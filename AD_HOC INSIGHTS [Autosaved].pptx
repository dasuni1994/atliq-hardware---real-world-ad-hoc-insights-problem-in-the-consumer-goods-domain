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256" r:id="rId5"/>
    <p:sldId id="276" r:id="rId6"/>
    <p:sldId id="289" r:id="rId7"/>
    <p:sldId id="302" r:id="rId8"/>
    <p:sldId id="303" r:id="rId9"/>
    <p:sldId id="304" r:id="rId10"/>
    <p:sldId id="290" r:id="rId11"/>
    <p:sldId id="291" r:id="rId12"/>
    <p:sldId id="292" r:id="rId13"/>
    <p:sldId id="305" r:id="rId14"/>
    <p:sldId id="306" r:id="rId15"/>
    <p:sldId id="293" r:id="rId16"/>
    <p:sldId id="300" r:id="rId17"/>
    <p:sldId id="294" r:id="rId18"/>
    <p:sldId id="295" r:id="rId19"/>
    <p:sldId id="301" r:id="rId20"/>
    <p:sldId id="296" r:id="rId21"/>
    <p:sldId id="307" r:id="rId22"/>
    <p:sldId id="297" r:id="rId23"/>
    <p:sldId id="298" r:id="rId24"/>
    <p:sldId id="308" r:id="rId25"/>
    <p:sldId id="28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2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suni Thamalika" userId="7c94e3aa8c215459" providerId="LiveId" clId="{B6A63C46-7489-4E3F-94DF-A8DED48F18AB}"/>
    <pc:docChg chg="undo custSel addSld delSld modSld sldOrd">
      <pc:chgData name="Dasuni Thamalika" userId="7c94e3aa8c215459" providerId="LiveId" clId="{B6A63C46-7489-4E3F-94DF-A8DED48F18AB}" dt="2026-01-12T08:29:35.425" v="988" actId="1076"/>
      <pc:docMkLst>
        <pc:docMk/>
      </pc:docMkLst>
      <pc:sldChg chg="modSp mod">
        <pc:chgData name="Dasuni Thamalika" userId="7c94e3aa8c215459" providerId="LiveId" clId="{B6A63C46-7489-4E3F-94DF-A8DED48F18AB}" dt="2026-01-12T08:28:53.067" v="985" actId="2711"/>
        <pc:sldMkLst>
          <pc:docMk/>
          <pc:sldMk cId="3299715198" sldId="276"/>
        </pc:sldMkLst>
        <pc:spChg chg="mod">
          <ac:chgData name="Dasuni Thamalika" userId="7c94e3aa8c215459" providerId="LiveId" clId="{B6A63C46-7489-4E3F-94DF-A8DED48F18AB}" dt="2026-01-12T08:28:53.067" v="985" actId="2711"/>
          <ac:spMkLst>
            <pc:docMk/>
            <pc:sldMk cId="3299715198" sldId="276"/>
            <ac:spMk id="11" creationId="{4E3F5479-058B-4FA8-92E9-18CAB8CDC5C5}"/>
          </ac:spMkLst>
        </pc:spChg>
      </pc:sldChg>
      <pc:sldChg chg="del">
        <pc:chgData name="Dasuni Thamalika" userId="7c94e3aa8c215459" providerId="LiveId" clId="{B6A63C46-7489-4E3F-94DF-A8DED48F18AB}" dt="2026-01-12T08:23:53.322" v="933" actId="47"/>
        <pc:sldMkLst>
          <pc:docMk/>
          <pc:sldMk cId="822569134" sldId="277"/>
        </pc:sldMkLst>
      </pc:sldChg>
      <pc:sldChg chg="del">
        <pc:chgData name="Dasuni Thamalika" userId="7c94e3aa8c215459" providerId="LiveId" clId="{B6A63C46-7489-4E3F-94DF-A8DED48F18AB}" dt="2026-01-12T08:23:54.067" v="934" actId="47"/>
        <pc:sldMkLst>
          <pc:docMk/>
          <pc:sldMk cId="843768125" sldId="278"/>
        </pc:sldMkLst>
      </pc:sldChg>
      <pc:sldChg chg="del">
        <pc:chgData name="Dasuni Thamalika" userId="7c94e3aa8c215459" providerId="LiveId" clId="{B6A63C46-7489-4E3F-94DF-A8DED48F18AB}" dt="2026-01-12T08:23:54.767" v="935" actId="47"/>
        <pc:sldMkLst>
          <pc:docMk/>
          <pc:sldMk cId="1212140928" sldId="279"/>
        </pc:sldMkLst>
      </pc:sldChg>
      <pc:sldChg chg="del">
        <pc:chgData name="Dasuni Thamalika" userId="7c94e3aa8c215459" providerId="LiveId" clId="{B6A63C46-7489-4E3F-94DF-A8DED48F18AB}" dt="2026-01-12T08:23:55.468" v="936" actId="47"/>
        <pc:sldMkLst>
          <pc:docMk/>
          <pc:sldMk cId="3887579892" sldId="280"/>
        </pc:sldMkLst>
      </pc:sldChg>
      <pc:sldChg chg="del">
        <pc:chgData name="Dasuni Thamalika" userId="7c94e3aa8c215459" providerId="LiveId" clId="{B6A63C46-7489-4E3F-94DF-A8DED48F18AB}" dt="2026-01-12T08:23:56.154" v="937" actId="47"/>
        <pc:sldMkLst>
          <pc:docMk/>
          <pc:sldMk cId="875445271" sldId="281"/>
        </pc:sldMkLst>
      </pc:sldChg>
      <pc:sldChg chg="del">
        <pc:chgData name="Dasuni Thamalika" userId="7c94e3aa8c215459" providerId="LiveId" clId="{B6A63C46-7489-4E3F-94DF-A8DED48F18AB}" dt="2026-01-12T08:23:57.566" v="939" actId="47"/>
        <pc:sldMkLst>
          <pc:docMk/>
          <pc:sldMk cId="1061713674" sldId="282"/>
        </pc:sldMkLst>
      </pc:sldChg>
      <pc:sldChg chg="del">
        <pc:chgData name="Dasuni Thamalika" userId="7c94e3aa8c215459" providerId="LiveId" clId="{B6A63C46-7489-4E3F-94DF-A8DED48F18AB}" dt="2026-01-12T08:23:56.952" v="938" actId="47"/>
        <pc:sldMkLst>
          <pc:docMk/>
          <pc:sldMk cId="727364193" sldId="283"/>
        </pc:sldMkLst>
      </pc:sldChg>
      <pc:sldChg chg="addSp delSp modSp mod">
        <pc:chgData name="Dasuni Thamalika" userId="7c94e3aa8c215459" providerId="LiveId" clId="{B6A63C46-7489-4E3F-94DF-A8DED48F18AB}" dt="2026-01-12T08:26:39.054" v="963"/>
        <pc:sldMkLst>
          <pc:docMk/>
          <pc:sldMk cId="1923038163" sldId="285"/>
        </pc:sldMkLst>
        <pc:spChg chg="mod">
          <ac:chgData name="Dasuni Thamalika" userId="7c94e3aa8c215459" providerId="LiveId" clId="{B6A63C46-7489-4E3F-94DF-A8DED48F18AB}" dt="2026-01-12T08:26:25.058" v="962" actId="122"/>
          <ac:spMkLst>
            <pc:docMk/>
            <pc:sldMk cId="1923038163" sldId="285"/>
            <ac:spMk id="15" creationId="{FA061601-468D-486D-B8EE-42BD1BE3ADCC}"/>
          </ac:spMkLst>
        </pc:spChg>
        <pc:grpChg chg="del mod">
          <ac:chgData name="Dasuni Thamalika" userId="7c94e3aa8c215459" providerId="LiveId" clId="{B6A63C46-7489-4E3F-94DF-A8DED48F18AB}" dt="2026-01-12T08:26:19.413" v="960" actId="478"/>
          <ac:grpSpMkLst>
            <pc:docMk/>
            <pc:sldMk cId="1923038163" sldId="285"/>
            <ac:grpSpMk id="11" creationId="{62A21665-C64F-4BDA-B2DE-442D70605718}"/>
          </ac:grpSpMkLst>
        </pc:grpChg>
        <pc:picChg chg="add mod">
          <ac:chgData name="Dasuni Thamalika" userId="7c94e3aa8c215459" providerId="LiveId" clId="{B6A63C46-7489-4E3F-94DF-A8DED48F18AB}" dt="2026-01-12T08:26:39.054" v="963"/>
          <ac:picMkLst>
            <pc:docMk/>
            <pc:sldMk cId="1923038163" sldId="285"/>
            <ac:picMk id="2" creationId="{41DC08E1-B4E8-BFCB-AC80-162DAC3E87A7}"/>
          </ac:picMkLst>
        </pc:picChg>
        <pc:picChg chg="del">
          <ac:chgData name="Dasuni Thamalika" userId="7c94e3aa8c215459" providerId="LiveId" clId="{B6A63C46-7489-4E3F-94DF-A8DED48F18AB}" dt="2026-01-12T08:26:22.463" v="961" actId="478"/>
          <ac:picMkLst>
            <pc:docMk/>
            <pc:sldMk cId="1923038163" sldId="285"/>
            <ac:picMk id="6" creationId="{A86744F2-5246-4A0A-B119-35E7FB76A0D8}"/>
          </ac:picMkLst>
        </pc:picChg>
      </pc:sldChg>
      <pc:sldChg chg="del">
        <pc:chgData name="Dasuni Thamalika" userId="7c94e3aa8c215459" providerId="LiveId" clId="{B6A63C46-7489-4E3F-94DF-A8DED48F18AB}" dt="2026-01-12T08:24:00.707" v="940" actId="47"/>
        <pc:sldMkLst>
          <pc:docMk/>
          <pc:sldMk cId="2275478364" sldId="287"/>
        </pc:sldMkLst>
      </pc:sldChg>
      <pc:sldChg chg="del">
        <pc:chgData name="Dasuni Thamalika" userId="7c94e3aa8c215459" providerId="LiveId" clId="{B6A63C46-7489-4E3F-94DF-A8DED48F18AB}" dt="2026-01-12T08:23:52.375" v="932" actId="47"/>
        <pc:sldMkLst>
          <pc:docMk/>
          <pc:sldMk cId="2580169410" sldId="288"/>
        </pc:sldMkLst>
      </pc:sldChg>
      <pc:sldChg chg="modSp mod">
        <pc:chgData name="Dasuni Thamalika" userId="7c94e3aa8c215459" providerId="LiveId" clId="{B6A63C46-7489-4E3F-94DF-A8DED48F18AB}" dt="2026-01-12T08:28:27.661" v="980" actId="255"/>
        <pc:sldMkLst>
          <pc:docMk/>
          <pc:sldMk cId="611785809" sldId="289"/>
        </pc:sldMkLst>
        <pc:spChg chg="mod">
          <ac:chgData name="Dasuni Thamalika" userId="7c94e3aa8c215459" providerId="LiveId" clId="{B6A63C46-7489-4E3F-94DF-A8DED48F18AB}" dt="2026-01-12T08:27:42.773" v="969" actId="207"/>
          <ac:spMkLst>
            <pc:docMk/>
            <pc:sldMk cId="611785809" sldId="289"/>
            <ac:spMk id="3" creationId="{9A4663D9-47BF-B1B0-828C-D19E4479BAA9}"/>
          </ac:spMkLst>
        </pc:spChg>
        <pc:spChg chg="mod">
          <ac:chgData name="Dasuni Thamalika" userId="7c94e3aa8c215459" providerId="LiveId" clId="{B6A63C46-7489-4E3F-94DF-A8DED48F18AB}" dt="2026-01-12T08:28:27.661" v="980" actId="255"/>
          <ac:spMkLst>
            <pc:docMk/>
            <pc:sldMk cId="611785809" sldId="289"/>
            <ac:spMk id="11" creationId="{DABFD50F-5D6D-7F03-F7C0-83CD1E798FF2}"/>
          </ac:spMkLst>
        </pc:spChg>
      </pc:sldChg>
      <pc:sldChg chg="addSp delSp modSp mod">
        <pc:chgData name="Dasuni Thamalika" userId="7c94e3aa8c215459" providerId="LiveId" clId="{B6A63C46-7489-4E3F-94DF-A8DED48F18AB}" dt="2026-01-12T08:25:06.457" v="954"/>
        <pc:sldMkLst>
          <pc:docMk/>
          <pc:sldMk cId="3689116904" sldId="291"/>
        </pc:sldMkLst>
        <pc:spChg chg="add del mod">
          <ac:chgData name="Dasuni Thamalika" userId="7c94e3aa8c215459" providerId="LiveId" clId="{B6A63C46-7489-4E3F-94DF-A8DED48F18AB}" dt="2026-01-12T08:25:06.457" v="954"/>
          <ac:spMkLst>
            <pc:docMk/>
            <pc:sldMk cId="3689116904" sldId="291"/>
            <ac:spMk id="2" creationId="{3C861AA5-9A5D-3862-93C7-E4B14A10258A}"/>
          </ac:spMkLst>
        </pc:spChg>
        <pc:spChg chg="mod">
          <ac:chgData name="Dasuni Thamalika" userId="7c94e3aa8c215459" providerId="LiveId" clId="{B6A63C46-7489-4E3F-94DF-A8DED48F18AB}" dt="2026-01-12T08:24:56.428" v="951" actId="20577"/>
          <ac:spMkLst>
            <pc:docMk/>
            <pc:sldMk cId="3689116904" sldId="291"/>
            <ac:spMk id="18" creationId="{956CC21A-2129-6911-2F9D-DA6DE9BDDC69}"/>
          </ac:spMkLst>
        </pc:spChg>
      </pc:sldChg>
      <pc:sldChg chg="modSp mod">
        <pc:chgData name="Dasuni Thamalika" userId="7c94e3aa8c215459" providerId="LiveId" clId="{B6A63C46-7489-4E3F-94DF-A8DED48F18AB}" dt="2026-01-12T08:24:46.724" v="947" actId="20577"/>
        <pc:sldMkLst>
          <pc:docMk/>
          <pc:sldMk cId="3344454616" sldId="292"/>
        </pc:sldMkLst>
        <pc:spChg chg="mod">
          <ac:chgData name="Dasuni Thamalika" userId="7c94e3aa8c215459" providerId="LiveId" clId="{B6A63C46-7489-4E3F-94DF-A8DED48F18AB}" dt="2026-01-12T08:24:46.724" v="947" actId="20577"/>
          <ac:spMkLst>
            <pc:docMk/>
            <pc:sldMk cId="3344454616" sldId="292"/>
            <ac:spMk id="16" creationId="{F5EEE1B9-3398-32BA-37E3-D539FC32C199}"/>
          </ac:spMkLst>
        </pc:spChg>
      </pc:sldChg>
      <pc:sldChg chg="addSp modSp mod">
        <pc:chgData name="Dasuni Thamalika" userId="7c94e3aa8c215459" providerId="LiveId" clId="{B6A63C46-7489-4E3F-94DF-A8DED48F18AB}" dt="2026-01-12T08:29:23.022" v="987" actId="1076"/>
        <pc:sldMkLst>
          <pc:docMk/>
          <pc:sldMk cId="3228962519" sldId="293"/>
        </pc:sldMkLst>
        <pc:spChg chg="add mod">
          <ac:chgData name="Dasuni Thamalika" userId="7c94e3aa8c215459" providerId="LiveId" clId="{B6A63C46-7489-4E3F-94DF-A8DED48F18AB}" dt="2026-01-12T06:13:56.697" v="232" actId="20577"/>
          <ac:spMkLst>
            <pc:docMk/>
            <pc:sldMk cId="3228962519" sldId="293"/>
            <ac:spMk id="2" creationId="{477525DD-977F-9B0F-B763-545F2ECDAF50}"/>
          </ac:spMkLst>
        </pc:spChg>
        <pc:spChg chg="mod">
          <ac:chgData name="Dasuni Thamalika" userId="7c94e3aa8c215459" providerId="LiveId" clId="{B6A63C46-7489-4E3F-94DF-A8DED48F18AB}" dt="2026-01-12T06:13:03.308" v="220" actId="207"/>
          <ac:spMkLst>
            <pc:docMk/>
            <pc:sldMk cId="3228962519" sldId="293"/>
            <ac:spMk id="12" creationId="{CA4AC7F9-66B0-8FEF-09C3-44D405AC441C}"/>
          </ac:spMkLst>
        </pc:spChg>
        <pc:picChg chg="mod">
          <ac:chgData name="Dasuni Thamalika" userId="7c94e3aa8c215459" providerId="LiveId" clId="{B6A63C46-7489-4E3F-94DF-A8DED48F18AB}" dt="2026-01-12T08:29:23.022" v="987" actId="1076"/>
          <ac:picMkLst>
            <pc:docMk/>
            <pc:sldMk cId="3228962519" sldId="293"/>
            <ac:picMk id="6" creationId="{24E4192B-B7E7-1B4D-71DD-B8DF653A6FDC}"/>
          </ac:picMkLst>
        </pc:picChg>
      </pc:sldChg>
      <pc:sldChg chg="addSp delSp modSp mod">
        <pc:chgData name="Dasuni Thamalika" userId="7c94e3aa8c215459" providerId="LiveId" clId="{B6A63C46-7489-4E3F-94DF-A8DED48F18AB}" dt="2026-01-12T08:24:28.785" v="944" actId="1076"/>
        <pc:sldMkLst>
          <pc:docMk/>
          <pc:sldMk cId="3264088030" sldId="294"/>
        </pc:sldMkLst>
        <pc:spChg chg="add mod">
          <ac:chgData name="Dasuni Thamalika" userId="7c94e3aa8c215459" providerId="LiveId" clId="{B6A63C46-7489-4E3F-94DF-A8DED48F18AB}" dt="2026-01-12T06:23:48.520" v="396" actId="207"/>
          <ac:spMkLst>
            <pc:docMk/>
            <pc:sldMk cId="3264088030" sldId="294"/>
            <ac:spMk id="3" creationId="{1A9FF0E1-A81B-8131-5F5D-608D77BE2AB9}"/>
          </ac:spMkLst>
        </pc:spChg>
        <pc:spChg chg="mod">
          <ac:chgData name="Dasuni Thamalika" userId="7c94e3aa8c215459" providerId="LiveId" clId="{B6A63C46-7489-4E3F-94DF-A8DED48F18AB}" dt="2026-01-12T06:23:57.015" v="397" actId="207"/>
          <ac:spMkLst>
            <pc:docMk/>
            <pc:sldMk cId="3264088030" sldId="294"/>
            <ac:spMk id="15" creationId="{FF62DB37-8AB8-0474-9D4C-D3932FF3CC32}"/>
          </ac:spMkLst>
        </pc:spChg>
        <pc:spChg chg="mod">
          <ac:chgData name="Dasuni Thamalika" userId="7c94e3aa8c215459" providerId="LiveId" clId="{B6A63C46-7489-4E3F-94DF-A8DED48F18AB}" dt="2026-01-12T06:23:37.473" v="394" actId="1076"/>
          <ac:spMkLst>
            <pc:docMk/>
            <pc:sldMk cId="3264088030" sldId="294"/>
            <ac:spMk id="16" creationId="{547D5A61-2CD9-F209-2B48-A4C830DA1CB3}"/>
          </ac:spMkLst>
        </pc:spChg>
        <pc:picChg chg="add del mod">
          <ac:chgData name="Dasuni Thamalika" userId="7c94e3aa8c215459" providerId="LiveId" clId="{B6A63C46-7489-4E3F-94DF-A8DED48F18AB}" dt="2026-01-12T06:30:39.004" v="401" actId="478"/>
          <ac:picMkLst>
            <pc:docMk/>
            <pc:sldMk cId="3264088030" sldId="294"/>
            <ac:picMk id="6" creationId="{17ED8E2D-5C7E-FB5B-B3E1-D02F4C048B4F}"/>
          </ac:picMkLst>
        </pc:picChg>
        <pc:picChg chg="mod">
          <ac:chgData name="Dasuni Thamalika" userId="7c94e3aa8c215459" providerId="LiveId" clId="{B6A63C46-7489-4E3F-94DF-A8DED48F18AB}" dt="2026-01-12T08:24:28.785" v="944" actId="1076"/>
          <ac:picMkLst>
            <pc:docMk/>
            <pc:sldMk cId="3264088030" sldId="294"/>
            <ac:picMk id="8" creationId="{7EFFDE4E-F6C3-4592-9A00-0F41219D4262}"/>
          </ac:picMkLst>
        </pc:picChg>
        <pc:picChg chg="add mod">
          <ac:chgData name="Dasuni Thamalika" userId="7c94e3aa8c215459" providerId="LiveId" clId="{B6A63C46-7489-4E3F-94DF-A8DED48F18AB}" dt="2026-01-12T06:30:44.002" v="403" actId="1076"/>
          <ac:picMkLst>
            <pc:docMk/>
            <pc:sldMk cId="3264088030" sldId="294"/>
            <ac:picMk id="9" creationId="{DC176550-23FB-9442-CF0E-99D9FD91AD3E}"/>
          </ac:picMkLst>
        </pc:picChg>
        <pc:picChg chg="del mod">
          <ac:chgData name="Dasuni Thamalika" userId="7c94e3aa8c215459" providerId="LiveId" clId="{B6A63C46-7489-4E3F-94DF-A8DED48F18AB}" dt="2026-01-12T06:30:13.492" v="399" actId="478"/>
          <ac:picMkLst>
            <pc:docMk/>
            <pc:sldMk cId="3264088030" sldId="294"/>
            <ac:picMk id="10" creationId="{B0BF709F-671A-579C-9B4D-5D41344337E5}"/>
          </ac:picMkLst>
        </pc:picChg>
      </pc:sldChg>
      <pc:sldChg chg="addSp modSp mod">
        <pc:chgData name="Dasuni Thamalika" userId="7c94e3aa8c215459" providerId="LiveId" clId="{B6A63C46-7489-4E3F-94DF-A8DED48F18AB}" dt="2026-01-12T08:24:19.462" v="942" actId="14100"/>
        <pc:sldMkLst>
          <pc:docMk/>
          <pc:sldMk cId="373472559" sldId="295"/>
        </pc:sldMkLst>
        <pc:spChg chg="add mod">
          <ac:chgData name="Dasuni Thamalika" userId="7c94e3aa8c215459" providerId="LiveId" clId="{B6A63C46-7489-4E3F-94DF-A8DED48F18AB}" dt="2026-01-12T08:24:19.462" v="942" actId="14100"/>
          <ac:spMkLst>
            <pc:docMk/>
            <pc:sldMk cId="373472559" sldId="295"/>
            <ac:spMk id="2" creationId="{E95013B1-B23A-5085-339C-553E8D0DBD7B}"/>
          </ac:spMkLst>
        </pc:spChg>
        <pc:spChg chg="mod">
          <ac:chgData name="Dasuni Thamalika" userId="7c94e3aa8c215459" providerId="LiveId" clId="{B6A63C46-7489-4E3F-94DF-A8DED48F18AB}" dt="2026-01-12T06:30:59.278" v="404" actId="207"/>
          <ac:spMkLst>
            <pc:docMk/>
            <pc:sldMk cId="373472559" sldId="295"/>
            <ac:spMk id="6" creationId="{50B2F50F-877C-851F-79CA-1CD368ED50F8}"/>
          </ac:spMkLst>
        </pc:spChg>
        <pc:spChg chg="add mod">
          <ac:chgData name="Dasuni Thamalika" userId="7c94e3aa8c215459" providerId="LiveId" clId="{B6A63C46-7489-4E3F-94DF-A8DED48F18AB}" dt="2026-01-12T06:33:50.554" v="463" actId="1076"/>
          <ac:spMkLst>
            <pc:docMk/>
            <pc:sldMk cId="373472559" sldId="295"/>
            <ac:spMk id="8" creationId="{EC4F4B4B-BF9C-F016-72CB-17C9BA9E89B2}"/>
          </ac:spMkLst>
        </pc:spChg>
        <pc:spChg chg="add mod">
          <ac:chgData name="Dasuni Thamalika" userId="7c94e3aa8c215459" providerId="LiveId" clId="{B6A63C46-7489-4E3F-94DF-A8DED48F18AB}" dt="2026-01-12T06:34:15.171" v="474" actId="20577"/>
          <ac:spMkLst>
            <pc:docMk/>
            <pc:sldMk cId="373472559" sldId="295"/>
            <ac:spMk id="9" creationId="{3B46CDE3-7B94-DD85-D94B-9B068AFD9597}"/>
          </ac:spMkLst>
        </pc:spChg>
        <pc:picChg chg="mod">
          <ac:chgData name="Dasuni Thamalika" userId="7c94e3aa8c215459" providerId="LiveId" clId="{B6A63C46-7489-4E3F-94DF-A8DED48F18AB}" dt="2026-01-12T06:33:42.698" v="461" actId="1076"/>
          <ac:picMkLst>
            <pc:docMk/>
            <pc:sldMk cId="373472559" sldId="295"/>
            <ac:picMk id="3" creationId="{0AE3ED02-F156-DB2C-AD7C-652531093ACF}"/>
          </ac:picMkLst>
        </pc:picChg>
        <pc:cxnChg chg="add mod">
          <ac:chgData name="Dasuni Thamalika" userId="7c94e3aa8c215459" providerId="LiveId" clId="{B6A63C46-7489-4E3F-94DF-A8DED48F18AB}" dt="2026-01-12T07:08:35.246" v="479" actId="14100"/>
          <ac:cxnSpMkLst>
            <pc:docMk/>
            <pc:sldMk cId="373472559" sldId="295"/>
            <ac:cxnSpMk id="7" creationId="{B6021A9C-01DE-B87E-FAE7-0A4FAB32A0BC}"/>
          </ac:cxnSpMkLst>
        </pc:cxnChg>
      </pc:sldChg>
      <pc:sldChg chg="addSp modSp mod">
        <pc:chgData name="Dasuni Thamalika" userId="7c94e3aa8c215459" providerId="LiveId" clId="{B6A63C46-7489-4E3F-94DF-A8DED48F18AB}" dt="2026-01-12T07:30:29.633" v="775" actId="1076"/>
        <pc:sldMkLst>
          <pc:docMk/>
          <pc:sldMk cId="3445384104" sldId="296"/>
        </pc:sldMkLst>
        <pc:spChg chg="add mod">
          <ac:chgData name="Dasuni Thamalika" userId="7c94e3aa8c215459" providerId="LiveId" clId="{B6A63C46-7489-4E3F-94DF-A8DED48F18AB}" dt="2026-01-12T07:28:16.878" v="691" actId="207"/>
          <ac:spMkLst>
            <pc:docMk/>
            <pc:sldMk cId="3445384104" sldId="296"/>
            <ac:spMk id="2" creationId="{39522284-724E-F50C-7C69-5645907A0808}"/>
          </ac:spMkLst>
        </pc:spChg>
        <pc:spChg chg="mod">
          <ac:chgData name="Dasuni Thamalika" userId="7c94e3aa8c215459" providerId="LiveId" clId="{B6A63C46-7489-4E3F-94DF-A8DED48F18AB}" dt="2026-01-12T07:25:11.554" v="638" actId="20577"/>
          <ac:spMkLst>
            <pc:docMk/>
            <pc:sldMk cId="3445384104" sldId="296"/>
            <ac:spMk id="5" creationId="{56132D6A-435F-919E-270C-555226FD6A04}"/>
          </ac:spMkLst>
        </pc:spChg>
        <pc:spChg chg="add mod">
          <ac:chgData name="Dasuni Thamalika" userId="7c94e3aa8c215459" providerId="LiveId" clId="{B6A63C46-7489-4E3F-94DF-A8DED48F18AB}" dt="2026-01-12T07:30:29.633" v="775" actId="1076"/>
          <ac:spMkLst>
            <pc:docMk/>
            <pc:sldMk cId="3445384104" sldId="296"/>
            <ac:spMk id="6" creationId="{568F5C4A-725F-14F8-F482-2981298B56C8}"/>
          </ac:spMkLst>
        </pc:spChg>
        <pc:picChg chg="mod">
          <ac:chgData name="Dasuni Thamalika" userId="7c94e3aa8c215459" providerId="LiveId" clId="{B6A63C46-7489-4E3F-94DF-A8DED48F18AB}" dt="2026-01-12T07:30:25.359" v="774" actId="14100"/>
          <ac:picMkLst>
            <pc:docMk/>
            <pc:sldMk cId="3445384104" sldId="296"/>
            <ac:picMk id="3" creationId="{AE7DFFE5-5D8F-7623-92BF-11907151457F}"/>
          </ac:picMkLst>
        </pc:picChg>
      </pc:sldChg>
      <pc:sldChg chg="addSp modSp mod">
        <pc:chgData name="Dasuni Thamalika" userId="7c94e3aa8c215459" providerId="LiveId" clId="{B6A63C46-7489-4E3F-94DF-A8DED48F18AB}" dt="2026-01-12T08:23:48.165" v="931" actId="20577"/>
        <pc:sldMkLst>
          <pc:docMk/>
          <pc:sldMk cId="24374569" sldId="297"/>
        </pc:sldMkLst>
        <pc:spChg chg="add mod">
          <ac:chgData name="Dasuni Thamalika" userId="7c94e3aa8c215459" providerId="LiveId" clId="{B6A63C46-7489-4E3F-94DF-A8DED48F18AB}" dt="2026-01-12T08:23:48.165" v="931" actId="20577"/>
          <ac:spMkLst>
            <pc:docMk/>
            <pc:sldMk cId="24374569" sldId="297"/>
            <ac:spMk id="2" creationId="{355D4658-FDA0-3EF1-A326-336EE85B2FB0}"/>
          </ac:spMkLst>
        </pc:spChg>
        <pc:spChg chg="mod">
          <ac:chgData name="Dasuni Thamalika" userId="7c94e3aa8c215459" providerId="LiveId" clId="{B6A63C46-7489-4E3F-94DF-A8DED48F18AB}" dt="2026-01-12T07:58:43.540" v="805" actId="207"/>
          <ac:spMkLst>
            <pc:docMk/>
            <pc:sldMk cId="24374569" sldId="297"/>
            <ac:spMk id="5" creationId="{150F540D-584E-C411-CF5C-C4A294B1B239}"/>
          </ac:spMkLst>
        </pc:spChg>
        <pc:picChg chg="mod">
          <ac:chgData name="Dasuni Thamalika" userId="7c94e3aa8c215459" providerId="LiveId" clId="{B6A63C46-7489-4E3F-94DF-A8DED48F18AB}" dt="2026-01-12T08:22:18.144" v="894" actId="1076"/>
          <ac:picMkLst>
            <pc:docMk/>
            <pc:sldMk cId="24374569" sldId="297"/>
            <ac:picMk id="3" creationId="{83978D83-85FA-9BAC-4F50-1BE06032700A}"/>
          </ac:picMkLst>
        </pc:picChg>
        <pc:picChg chg="mod">
          <ac:chgData name="Dasuni Thamalika" userId="7c94e3aa8c215459" providerId="LiveId" clId="{B6A63C46-7489-4E3F-94DF-A8DED48F18AB}" dt="2026-01-12T08:22:20.416" v="895" actId="1076"/>
          <ac:picMkLst>
            <pc:docMk/>
            <pc:sldMk cId="24374569" sldId="297"/>
            <ac:picMk id="7" creationId="{A640910A-91BB-5C77-F00D-1398409C9FDE}"/>
          </ac:picMkLst>
        </pc:picChg>
      </pc:sldChg>
      <pc:sldChg chg="addSp delSp modSp mod">
        <pc:chgData name="Dasuni Thamalika" userId="7c94e3aa8c215459" providerId="LiveId" clId="{B6A63C46-7489-4E3F-94DF-A8DED48F18AB}" dt="2026-01-12T08:23:43.309" v="928" actId="20577"/>
        <pc:sldMkLst>
          <pc:docMk/>
          <pc:sldMk cId="3885819019" sldId="298"/>
        </pc:sldMkLst>
        <pc:spChg chg="add del mod">
          <ac:chgData name="Dasuni Thamalika" userId="7c94e3aa8c215459" providerId="LiveId" clId="{B6A63C46-7489-4E3F-94DF-A8DED48F18AB}" dt="2026-01-12T08:17:18.668" v="828"/>
          <ac:spMkLst>
            <pc:docMk/>
            <pc:sldMk cId="3885819019" sldId="298"/>
            <ac:spMk id="2" creationId="{F86A659D-0536-B2DA-452B-62A45CE87404}"/>
          </ac:spMkLst>
        </pc:spChg>
        <pc:spChg chg="mod">
          <ac:chgData name="Dasuni Thamalika" userId="7c94e3aa8c215459" providerId="LiveId" clId="{B6A63C46-7489-4E3F-94DF-A8DED48F18AB}" dt="2026-01-12T08:16:54.840" v="822" actId="20577"/>
          <ac:spMkLst>
            <pc:docMk/>
            <pc:sldMk cId="3885819019" sldId="298"/>
            <ac:spMk id="6" creationId="{CD679E2D-09B7-D5AC-94AB-124B8ECF5AFB}"/>
          </ac:spMkLst>
        </pc:spChg>
        <pc:spChg chg="add mod">
          <ac:chgData name="Dasuni Thamalika" userId="7c94e3aa8c215459" providerId="LiveId" clId="{B6A63C46-7489-4E3F-94DF-A8DED48F18AB}" dt="2026-01-12T08:23:43.309" v="928" actId="20577"/>
          <ac:spMkLst>
            <pc:docMk/>
            <pc:sldMk cId="3885819019" sldId="298"/>
            <ac:spMk id="8" creationId="{D9EFBE35-750F-44A3-9809-54635EDA5EA8}"/>
          </ac:spMkLst>
        </pc:spChg>
        <pc:picChg chg="mod">
          <ac:chgData name="Dasuni Thamalika" userId="7c94e3aa8c215459" providerId="LiveId" clId="{B6A63C46-7489-4E3F-94DF-A8DED48F18AB}" dt="2026-01-12T08:18:04.303" v="844" actId="1076"/>
          <ac:picMkLst>
            <pc:docMk/>
            <pc:sldMk cId="3885819019" sldId="298"/>
            <ac:picMk id="3" creationId="{8C21CD1E-7B21-A0F5-82A7-834EF3A02F6D}"/>
          </ac:picMkLst>
        </pc:picChg>
        <pc:picChg chg="add del">
          <ac:chgData name="Dasuni Thamalika" userId="7c94e3aa8c215459" providerId="LiveId" clId="{B6A63C46-7489-4E3F-94DF-A8DED48F18AB}" dt="2026-01-12T08:17:18.664" v="826" actId="478"/>
          <ac:picMkLst>
            <pc:docMk/>
            <pc:sldMk cId="3885819019" sldId="298"/>
            <ac:picMk id="7" creationId="{5FCC1DAA-F8D8-134A-9200-30A5CA619668}"/>
          </ac:picMkLst>
        </pc:picChg>
      </pc:sldChg>
      <pc:sldChg chg="modSp del mod">
        <pc:chgData name="Dasuni Thamalika" userId="7c94e3aa8c215459" providerId="LiveId" clId="{B6A63C46-7489-4E3F-94DF-A8DED48F18AB}" dt="2026-01-12T08:26:04.556" v="956" actId="47"/>
        <pc:sldMkLst>
          <pc:docMk/>
          <pc:sldMk cId="358864784" sldId="299"/>
        </pc:sldMkLst>
        <pc:spChg chg="mod">
          <ac:chgData name="Dasuni Thamalika" userId="7c94e3aa8c215459" providerId="LiveId" clId="{B6A63C46-7489-4E3F-94DF-A8DED48F18AB}" dt="2026-01-12T08:26:02.230" v="955" actId="6549"/>
          <ac:spMkLst>
            <pc:docMk/>
            <pc:sldMk cId="358864784" sldId="299"/>
            <ac:spMk id="11" creationId="{E5193164-1025-A665-25BF-56392C7C0B20}"/>
          </ac:spMkLst>
        </pc:spChg>
      </pc:sldChg>
      <pc:sldChg chg="addSp delSp modSp mod">
        <pc:chgData name="Dasuni Thamalika" userId="7c94e3aa8c215459" providerId="LiveId" clId="{B6A63C46-7489-4E3F-94DF-A8DED48F18AB}" dt="2026-01-12T06:22:28.931" v="373" actId="1076"/>
        <pc:sldMkLst>
          <pc:docMk/>
          <pc:sldMk cId="3677615644" sldId="300"/>
        </pc:sldMkLst>
        <pc:spChg chg="add mod">
          <ac:chgData name="Dasuni Thamalika" userId="7c94e3aa8c215459" providerId="LiveId" clId="{B6A63C46-7489-4E3F-94DF-A8DED48F18AB}" dt="2026-01-12T06:16:35.121" v="262" actId="207"/>
          <ac:spMkLst>
            <pc:docMk/>
            <pc:sldMk cId="3677615644" sldId="300"/>
            <ac:spMk id="3" creationId="{59E07B7A-CBFB-F52B-6B50-26351522AE2F}"/>
          </ac:spMkLst>
        </pc:spChg>
        <pc:spChg chg="add mod">
          <ac:chgData name="Dasuni Thamalika" userId="7c94e3aa8c215459" providerId="LiveId" clId="{B6A63C46-7489-4E3F-94DF-A8DED48F18AB}" dt="2026-01-12T06:22:20.704" v="372" actId="1076"/>
          <ac:spMkLst>
            <pc:docMk/>
            <pc:sldMk cId="3677615644" sldId="300"/>
            <ac:spMk id="5" creationId="{E6779542-B5EA-BB56-6D48-AC8741CE6C32}"/>
          </ac:spMkLst>
        </pc:spChg>
        <pc:spChg chg="add mod">
          <ac:chgData name="Dasuni Thamalika" userId="7c94e3aa8c215459" providerId="LiveId" clId="{B6A63C46-7489-4E3F-94DF-A8DED48F18AB}" dt="2026-01-12T06:22:15.153" v="371" actId="1076"/>
          <ac:spMkLst>
            <pc:docMk/>
            <pc:sldMk cId="3677615644" sldId="300"/>
            <ac:spMk id="6" creationId="{5F56220F-858E-3D12-E52C-5ABEC4D06E96}"/>
          </ac:spMkLst>
        </pc:spChg>
        <pc:spChg chg="add del mod">
          <ac:chgData name="Dasuni Thamalika" userId="7c94e3aa8c215459" providerId="LiveId" clId="{B6A63C46-7489-4E3F-94DF-A8DED48F18AB}" dt="2026-01-12T06:21:18.374" v="359" actId="478"/>
          <ac:spMkLst>
            <pc:docMk/>
            <pc:sldMk cId="3677615644" sldId="300"/>
            <ac:spMk id="8" creationId="{8D954884-B453-31A9-685E-81DA31B17449}"/>
          </ac:spMkLst>
        </pc:spChg>
        <pc:spChg chg="add mod">
          <ac:chgData name="Dasuni Thamalika" userId="7c94e3aa8c215459" providerId="LiveId" clId="{B6A63C46-7489-4E3F-94DF-A8DED48F18AB}" dt="2026-01-12T06:22:10.250" v="370" actId="1076"/>
          <ac:spMkLst>
            <pc:docMk/>
            <pc:sldMk cId="3677615644" sldId="300"/>
            <ac:spMk id="9" creationId="{10606BA7-F2F6-7004-8A64-4478D1BB0987}"/>
          </ac:spMkLst>
        </pc:spChg>
        <pc:spChg chg="add del">
          <ac:chgData name="Dasuni Thamalika" userId="7c94e3aa8c215459" providerId="LiveId" clId="{B6A63C46-7489-4E3F-94DF-A8DED48F18AB}" dt="2026-01-12T06:21:37.523" v="361" actId="478"/>
          <ac:spMkLst>
            <pc:docMk/>
            <pc:sldMk cId="3677615644" sldId="300"/>
            <ac:spMk id="10" creationId="{07499F33-A041-B46C-7E89-0DB404FD4CD5}"/>
          </ac:spMkLst>
        </pc:spChg>
        <pc:spChg chg="add mod">
          <ac:chgData name="Dasuni Thamalika" userId="7c94e3aa8c215459" providerId="LiveId" clId="{B6A63C46-7489-4E3F-94DF-A8DED48F18AB}" dt="2026-01-12T06:22:04.779" v="369" actId="1076"/>
          <ac:spMkLst>
            <pc:docMk/>
            <pc:sldMk cId="3677615644" sldId="300"/>
            <ac:spMk id="11" creationId="{0B62D19E-768B-8DC4-8828-6AED747D7B52}"/>
          </ac:spMkLst>
        </pc:spChg>
        <pc:spChg chg="mod">
          <ac:chgData name="Dasuni Thamalika" userId="7c94e3aa8c215459" providerId="LiveId" clId="{B6A63C46-7489-4E3F-94DF-A8DED48F18AB}" dt="2026-01-12T06:14:55.130" v="235" actId="207"/>
          <ac:spMkLst>
            <pc:docMk/>
            <pc:sldMk cId="3677615644" sldId="300"/>
            <ac:spMk id="13" creationId="{5EA4C4FE-F1F2-74C9-CF5D-D8ADD11322E0}"/>
          </ac:spMkLst>
        </pc:spChg>
        <pc:picChg chg="mod">
          <ac:chgData name="Dasuni Thamalika" userId="7c94e3aa8c215459" providerId="LiveId" clId="{B6A63C46-7489-4E3F-94DF-A8DED48F18AB}" dt="2026-01-12T06:15:24.074" v="237" actId="1076"/>
          <ac:picMkLst>
            <pc:docMk/>
            <pc:sldMk cId="3677615644" sldId="300"/>
            <ac:picMk id="7" creationId="{CE048CC7-9702-2EBF-7B58-3282BA904BD6}"/>
          </ac:picMkLst>
        </pc:picChg>
        <pc:picChg chg="mod">
          <ac:chgData name="Dasuni Thamalika" userId="7c94e3aa8c215459" providerId="LiveId" clId="{B6A63C46-7489-4E3F-94DF-A8DED48F18AB}" dt="2026-01-12T06:22:00.177" v="367" actId="1076"/>
          <ac:picMkLst>
            <pc:docMk/>
            <pc:sldMk cId="3677615644" sldId="300"/>
            <ac:picMk id="17" creationId="{51446413-64C0-16D5-CF35-A23145FDFE1E}"/>
          </ac:picMkLst>
        </pc:picChg>
        <pc:picChg chg="mod">
          <ac:chgData name="Dasuni Thamalika" userId="7c94e3aa8c215459" providerId="LiveId" clId="{B6A63C46-7489-4E3F-94DF-A8DED48F18AB}" dt="2026-01-12T06:22:28.931" v="373" actId="1076"/>
          <ac:picMkLst>
            <pc:docMk/>
            <pc:sldMk cId="3677615644" sldId="300"/>
            <ac:picMk id="19" creationId="{152A7B51-0452-1C5A-568B-27713D05D270}"/>
          </ac:picMkLst>
        </pc:picChg>
      </pc:sldChg>
      <pc:sldChg chg="addSp delSp modSp mod">
        <pc:chgData name="Dasuni Thamalika" userId="7c94e3aa8c215459" providerId="LiveId" clId="{B6A63C46-7489-4E3F-94DF-A8DED48F18AB}" dt="2026-01-12T08:29:35.425" v="988" actId="1076"/>
        <pc:sldMkLst>
          <pc:docMk/>
          <pc:sldMk cId="3776872036" sldId="301"/>
        </pc:sldMkLst>
        <pc:spChg chg="add del mod">
          <ac:chgData name="Dasuni Thamalika" userId="7c94e3aa8c215459" providerId="LiveId" clId="{B6A63C46-7489-4E3F-94DF-A8DED48F18AB}" dt="2026-01-12T07:18:11.808" v="494" actId="478"/>
          <ac:spMkLst>
            <pc:docMk/>
            <pc:sldMk cId="3776872036" sldId="301"/>
            <ac:spMk id="6" creationId="{BE53EE54-7140-2F53-CE48-5AC3E7200F1D}"/>
          </ac:spMkLst>
        </pc:spChg>
        <pc:spChg chg="add mod">
          <ac:chgData name="Dasuni Thamalika" userId="7c94e3aa8c215459" providerId="LiveId" clId="{B6A63C46-7489-4E3F-94DF-A8DED48F18AB}" dt="2026-01-12T07:20:49.659" v="512" actId="1076"/>
          <ac:spMkLst>
            <pc:docMk/>
            <pc:sldMk cId="3776872036" sldId="301"/>
            <ac:spMk id="7" creationId="{F4837E5C-D1F5-4D77-6B2E-AFB29CA0FEF7}"/>
          </ac:spMkLst>
        </pc:spChg>
        <pc:spChg chg="add mod">
          <ac:chgData name="Dasuni Thamalika" userId="7c94e3aa8c215459" providerId="LiveId" clId="{B6A63C46-7489-4E3F-94DF-A8DED48F18AB}" dt="2026-01-12T07:20:58.944" v="514" actId="14100"/>
          <ac:spMkLst>
            <pc:docMk/>
            <pc:sldMk cId="3776872036" sldId="301"/>
            <ac:spMk id="8" creationId="{B980E833-BB58-42D4-5537-69AABCFD269B}"/>
          </ac:spMkLst>
        </pc:spChg>
        <pc:spChg chg="del">
          <ac:chgData name="Dasuni Thamalika" userId="7c94e3aa8c215459" providerId="LiveId" clId="{B6A63C46-7489-4E3F-94DF-A8DED48F18AB}" dt="2026-01-12T07:23:28.658" v="606" actId="478"/>
          <ac:spMkLst>
            <pc:docMk/>
            <pc:sldMk cId="3776872036" sldId="301"/>
            <ac:spMk id="11" creationId="{D02B728F-4DF7-F587-E691-22A662E628C1}"/>
          </ac:spMkLst>
        </pc:spChg>
        <pc:spChg chg="add mod">
          <ac:chgData name="Dasuni Thamalika" userId="7c94e3aa8c215459" providerId="LiveId" clId="{B6A63C46-7489-4E3F-94DF-A8DED48F18AB}" dt="2026-01-12T07:23:34.465" v="607" actId="1076"/>
          <ac:spMkLst>
            <pc:docMk/>
            <pc:sldMk cId="3776872036" sldId="301"/>
            <ac:spMk id="12" creationId="{B38D5F4F-DAB7-9268-CCA1-A12FE442302C}"/>
          </ac:spMkLst>
        </pc:spChg>
        <pc:spChg chg="add mod">
          <ac:chgData name="Dasuni Thamalika" userId="7c94e3aa8c215459" providerId="LiveId" clId="{B6A63C46-7489-4E3F-94DF-A8DED48F18AB}" dt="2026-01-12T07:23:17.594" v="605" actId="20577"/>
          <ac:spMkLst>
            <pc:docMk/>
            <pc:sldMk cId="3776872036" sldId="301"/>
            <ac:spMk id="13" creationId="{97C66C69-A20A-14FC-29B9-8D73BFB82840}"/>
          </ac:spMkLst>
        </pc:spChg>
        <pc:spChg chg="add mod">
          <ac:chgData name="Dasuni Thamalika" userId="7c94e3aa8c215459" providerId="LiveId" clId="{B6A63C46-7489-4E3F-94DF-A8DED48F18AB}" dt="2026-01-12T08:29:35.425" v="988" actId="1076"/>
          <ac:spMkLst>
            <pc:docMk/>
            <pc:sldMk cId="3776872036" sldId="301"/>
            <ac:spMk id="16" creationId="{A4CEE5CD-9516-A02E-7A26-99218E52B3FB}"/>
          </ac:spMkLst>
        </pc:spChg>
        <pc:spChg chg="add del mod">
          <ac:chgData name="Dasuni Thamalika" userId="7c94e3aa8c215459" providerId="LiveId" clId="{B6A63C46-7489-4E3F-94DF-A8DED48F18AB}" dt="2026-01-12T07:26:37.426" v="661" actId="21"/>
          <ac:spMkLst>
            <pc:docMk/>
            <pc:sldMk cId="3776872036" sldId="301"/>
            <ac:spMk id="18" creationId="{34F023FE-2803-BB32-31AD-500C293E572E}"/>
          </ac:spMkLst>
        </pc:spChg>
        <pc:picChg chg="add del mod">
          <ac:chgData name="Dasuni Thamalika" userId="7c94e3aa8c215459" providerId="LiveId" clId="{B6A63C46-7489-4E3F-94DF-A8DED48F18AB}" dt="2026-01-12T07:20:27.903" v="507" actId="478"/>
          <ac:picMkLst>
            <pc:docMk/>
            <pc:sldMk cId="3776872036" sldId="301"/>
            <ac:picMk id="3" creationId="{6531225E-A156-1FC2-F1C7-9424D556C70E}"/>
          </ac:picMkLst>
        </pc:picChg>
        <pc:picChg chg="del">
          <ac:chgData name="Dasuni Thamalika" userId="7c94e3aa8c215459" providerId="LiveId" clId="{B6A63C46-7489-4E3F-94DF-A8DED48F18AB}" dt="2026-01-12T07:17:45.498" v="489" actId="478"/>
          <ac:picMkLst>
            <pc:docMk/>
            <pc:sldMk cId="3776872036" sldId="301"/>
            <ac:picMk id="5" creationId="{9AF2D232-1AD6-AAB1-9B06-3736AAD11C8B}"/>
          </ac:picMkLst>
        </pc:picChg>
        <pc:picChg chg="add mod ord">
          <ac:chgData name="Dasuni Thamalika" userId="7c94e3aa8c215459" providerId="LiveId" clId="{B6A63C46-7489-4E3F-94DF-A8DED48F18AB}" dt="2026-01-12T07:20:46.032" v="511" actId="1076"/>
          <ac:picMkLst>
            <pc:docMk/>
            <pc:sldMk cId="3776872036" sldId="301"/>
            <ac:picMk id="10" creationId="{DAEAECCC-64DE-E355-CA17-18BB2E1D1516}"/>
          </ac:picMkLst>
        </pc:picChg>
        <pc:cxnChg chg="add del">
          <ac:chgData name="Dasuni Thamalika" userId="7c94e3aa8c215459" providerId="LiveId" clId="{B6A63C46-7489-4E3F-94DF-A8DED48F18AB}" dt="2026-01-12T07:22:49.851" v="576" actId="478"/>
          <ac:cxnSpMkLst>
            <pc:docMk/>
            <pc:sldMk cId="3776872036" sldId="301"/>
            <ac:cxnSpMk id="15" creationId="{2CD7331E-A6D0-C522-6578-8D37D9E4C1E8}"/>
          </ac:cxnSpMkLst>
        </pc:cxnChg>
      </pc:sldChg>
      <pc:sldChg chg="modSp mod">
        <pc:chgData name="Dasuni Thamalika" userId="7c94e3aa8c215459" providerId="LiveId" clId="{B6A63C46-7489-4E3F-94DF-A8DED48F18AB}" dt="2026-01-12T08:28:47.986" v="984" actId="255"/>
        <pc:sldMkLst>
          <pc:docMk/>
          <pc:sldMk cId="562494071" sldId="302"/>
        </pc:sldMkLst>
        <pc:spChg chg="mod">
          <ac:chgData name="Dasuni Thamalika" userId="7c94e3aa8c215459" providerId="LiveId" clId="{B6A63C46-7489-4E3F-94DF-A8DED48F18AB}" dt="2026-01-12T08:28:47.986" v="984" actId="255"/>
          <ac:spMkLst>
            <pc:docMk/>
            <pc:sldMk cId="562494071" sldId="302"/>
            <ac:spMk id="84" creationId="{118A014A-0C74-1067-B439-137AA65E3E49}"/>
          </ac:spMkLst>
        </pc:spChg>
      </pc:sldChg>
      <pc:sldChg chg="modSp mod">
        <pc:chgData name="Dasuni Thamalika" userId="7c94e3aa8c215459" providerId="LiveId" clId="{B6A63C46-7489-4E3F-94DF-A8DED48F18AB}" dt="2026-01-12T08:29:00.561" v="986" actId="255"/>
        <pc:sldMkLst>
          <pc:docMk/>
          <pc:sldMk cId="4183765712" sldId="303"/>
        </pc:sldMkLst>
        <pc:spChg chg="mod">
          <ac:chgData name="Dasuni Thamalika" userId="7c94e3aa8c215459" providerId="LiveId" clId="{B6A63C46-7489-4E3F-94DF-A8DED48F18AB}" dt="2026-01-12T08:29:00.561" v="986" actId="255"/>
          <ac:spMkLst>
            <pc:docMk/>
            <pc:sldMk cId="4183765712" sldId="303"/>
            <ac:spMk id="2" creationId="{7E909987-0C45-B4B4-AA62-89CF93707E0D}"/>
          </ac:spMkLst>
        </pc:spChg>
        <pc:spChg chg="mod">
          <ac:chgData name="Dasuni Thamalika" userId="7c94e3aa8c215459" providerId="LiveId" clId="{B6A63C46-7489-4E3F-94DF-A8DED48F18AB}" dt="2026-01-12T08:28:02.054" v="974" actId="207"/>
          <ac:spMkLst>
            <pc:docMk/>
            <pc:sldMk cId="4183765712" sldId="303"/>
            <ac:spMk id="15" creationId="{A550E155-6A87-63E3-49CE-14437C468E00}"/>
          </ac:spMkLst>
        </pc:spChg>
        <pc:spChg chg="mod">
          <ac:chgData name="Dasuni Thamalika" userId="7c94e3aa8c215459" providerId="LiveId" clId="{B6A63C46-7489-4E3F-94DF-A8DED48F18AB}" dt="2026-01-12T08:28:04.983" v="975" actId="207"/>
          <ac:spMkLst>
            <pc:docMk/>
            <pc:sldMk cId="4183765712" sldId="303"/>
            <ac:spMk id="18" creationId="{6B77AE9E-4175-0800-447D-657522651CDD}"/>
          </ac:spMkLst>
        </pc:spChg>
        <pc:spChg chg="mod">
          <ac:chgData name="Dasuni Thamalika" userId="7c94e3aa8c215459" providerId="LiveId" clId="{B6A63C46-7489-4E3F-94DF-A8DED48F18AB}" dt="2026-01-12T08:28:07.134" v="976" actId="207"/>
          <ac:spMkLst>
            <pc:docMk/>
            <pc:sldMk cId="4183765712" sldId="303"/>
            <ac:spMk id="19" creationId="{6F736AC9-6B02-7813-6E22-020FA6FFB58A}"/>
          </ac:spMkLst>
        </pc:spChg>
        <pc:spChg chg="mod">
          <ac:chgData name="Dasuni Thamalika" userId="7c94e3aa8c215459" providerId="LiveId" clId="{B6A63C46-7489-4E3F-94DF-A8DED48F18AB}" dt="2026-01-12T08:28:12.169" v="977" actId="207"/>
          <ac:spMkLst>
            <pc:docMk/>
            <pc:sldMk cId="4183765712" sldId="303"/>
            <ac:spMk id="20" creationId="{E7108BF2-A639-CC82-AC73-FEBBE19856CD}"/>
          </ac:spMkLst>
        </pc:spChg>
      </pc:sldChg>
      <pc:sldChg chg="modSp mod">
        <pc:chgData name="Dasuni Thamalika" userId="7c94e3aa8c215459" providerId="LiveId" clId="{B6A63C46-7489-4E3F-94DF-A8DED48F18AB}" dt="2026-01-12T08:28:23.188" v="979" actId="255"/>
        <pc:sldMkLst>
          <pc:docMk/>
          <pc:sldMk cId="1897725897" sldId="304"/>
        </pc:sldMkLst>
        <pc:spChg chg="mod">
          <ac:chgData name="Dasuni Thamalika" userId="7c94e3aa8c215459" providerId="LiveId" clId="{B6A63C46-7489-4E3F-94DF-A8DED48F18AB}" dt="2026-01-12T08:28:23.188" v="979" actId="255"/>
          <ac:spMkLst>
            <pc:docMk/>
            <pc:sldMk cId="1897725897" sldId="304"/>
            <ac:spMk id="3" creationId="{B0178D04-9251-3EC6-1D44-14417C240E89}"/>
          </ac:spMkLst>
        </pc:spChg>
      </pc:sldChg>
      <pc:sldChg chg="addSp delSp modSp mod">
        <pc:chgData name="Dasuni Thamalika" userId="7c94e3aa8c215459" providerId="LiveId" clId="{B6A63C46-7489-4E3F-94DF-A8DED48F18AB}" dt="2026-01-12T06:11:40.379" v="180" actId="14100"/>
        <pc:sldMkLst>
          <pc:docMk/>
          <pc:sldMk cId="3545766029" sldId="305"/>
        </pc:sldMkLst>
        <pc:spChg chg="add mod">
          <ac:chgData name="Dasuni Thamalika" userId="7c94e3aa8c215459" providerId="LiveId" clId="{B6A63C46-7489-4E3F-94DF-A8DED48F18AB}" dt="2026-01-12T05:57:54.593" v="8" actId="207"/>
          <ac:spMkLst>
            <pc:docMk/>
            <pc:sldMk cId="3545766029" sldId="305"/>
            <ac:spMk id="7" creationId="{1C129EC2-D183-8646-4614-2DAC725E34C7}"/>
          </ac:spMkLst>
        </pc:spChg>
        <pc:spChg chg="add del mod">
          <ac:chgData name="Dasuni Thamalika" userId="7c94e3aa8c215459" providerId="LiveId" clId="{B6A63C46-7489-4E3F-94DF-A8DED48F18AB}" dt="2026-01-12T06:00:06.333" v="20" actId="478"/>
          <ac:spMkLst>
            <pc:docMk/>
            <pc:sldMk cId="3545766029" sldId="305"/>
            <ac:spMk id="9" creationId="{9452D574-FF32-46AE-A3A3-4F596151795D}"/>
          </ac:spMkLst>
        </pc:spChg>
        <pc:spChg chg="add">
          <ac:chgData name="Dasuni Thamalika" userId="7c94e3aa8c215459" providerId="LiveId" clId="{B6A63C46-7489-4E3F-94DF-A8DED48F18AB}" dt="2026-01-12T05:59:57.961" v="18"/>
          <ac:spMkLst>
            <pc:docMk/>
            <pc:sldMk cId="3545766029" sldId="305"/>
            <ac:spMk id="10" creationId="{935FD632-74D2-20EF-1854-9F58A265FA2E}"/>
          </ac:spMkLst>
        </pc:spChg>
        <pc:spChg chg="add del mod">
          <ac:chgData name="Dasuni Thamalika" userId="7c94e3aa8c215459" providerId="LiveId" clId="{B6A63C46-7489-4E3F-94DF-A8DED48F18AB}" dt="2026-01-12T06:00:27.650" v="27" actId="478"/>
          <ac:spMkLst>
            <pc:docMk/>
            <pc:sldMk cId="3545766029" sldId="305"/>
            <ac:spMk id="11" creationId="{F4EDCCE2-556D-7DC2-EC82-0A2F4B3226F2}"/>
          </ac:spMkLst>
        </pc:spChg>
        <pc:spChg chg="add">
          <ac:chgData name="Dasuni Thamalika" userId="7c94e3aa8c215459" providerId="LiveId" clId="{B6A63C46-7489-4E3F-94DF-A8DED48F18AB}" dt="2026-01-12T06:00:14.776" v="23"/>
          <ac:spMkLst>
            <pc:docMk/>
            <pc:sldMk cId="3545766029" sldId="305"/>
            <ac:spMk id="12" creationId="{855200F0-290B-7EAA-656A-C46FFD0F8E43}"/>
          </ac:spMkLst>
        </pc:spChg>
        <pc:spChg chg="add">
          <ac:chgData name="Dasuni Thamalika" userId="7c94e3aa8c215459" providerId="LiveId" clId="{B6A63C46-7489-4E3F-94DF-A8DED48F18AB}" dt="2026-01-12T06:00:21.846" v="26"/>
          <ac:spMkLst>
            <pc:docMk/>
            <pc:sldMk cId="3545766029" sldId="305"/>
            <ac:spMk id="13" creationId="{97A8F8D4-6487-B6D1-51DE-EA736CF19E81}"/>
          </ac:spMkLst>
        </pc:spChg>
        <pc:picChg chg="add mod">
          <ac:chgData name="Dasuni Thamalika" userId="7c94e3aa8c215459" providerId="LiveId" clId="{B6A63C46-7489-4E3F-94DF-A8DED48F18AB}" dt="2026-01-12T05:57:01.067" v="1" actId="1076"/>
          <ac:picMkLst>
            <pc:docMk/>
            <pc:sldMk cId="3545766029" sldId="305"/>
            <ac:picMk id="5" creationId="{F28035D4-3F9C-44B6-47F4-F6FA2C32392C}"/>
          </ac:picMkLst>
        </pc:picChg>
        <pc:picChg chg="add mod">
          <ac:chgData name="Dasuni Thamalika" userId="7c94e3aa8c215459" providerId="LiveId" clId="{B6A63C46-7489-4E3F-94DF-A8DED48F18AB}" dt="2026-01-12T06:10:11.264" v="168" actId="1076"/>
          <ac:picMkLst>
            <pc:docMk/>
            <pc:sldMk cId="3545766029" sldId="305"/>
            <ac:picMk id="15" creationId="{15526D43-20C6-3542-79A8-EBBA5F976981}"/>
          </ac:picMkLst>
        </pc:picChg>
        <pc:cxnChg chg="add mod">
          <ac:chgData name="Dasuni Thamalika" userId="7c94e3aa8c215459" providerId="LiveId" clId="{B6A63C46-7489-4E3F-94DF-A8DED48F18AB}" dt="2026-01-12T06:11:40.379" v="180" actId="14100"/>
          <ac:cxnSpMkLst>
            <pc:docMk/>
            <pc:sldMk cId="3545766029" sldId="305"/>
            <ac:cxnSpMk id="17" creationId="{B30DB0EB-2700-B7E7-8CA2-812E20ADE348}"/>
          </ac:cxnSpMkLst>
        </pc:cxnChg>
      </pc:sldChg>
      <pc:sldChg chg="addSp modSp new mod">
        <pc:chgData name="Dasuni Thamalika" userId="7c94e3aa8c215459" providerId="LiveId" clId="{B6A63C46-7489-4E3F-94DF-A8DED48F18AB}" dt="2026-01-12T06:15:03.105" v="236" actId="207"/>
        <pc:sldMkLst>
          <pc:docMk/>
          <pc:sldMk cId="379516680" sldId="306"/>
        </pc:sldMkLst>
        <pc:spChg chg="add">
          <ac:chgData name="Dasuni Thamalika" userId="7c94e3aa8c215459" providerId="LiveId" clId="{B6A63C46-7489-4E3F-94DF-A8DED48F18AB}" dt="2026-01-12T06:00:30.634" v="29"/>
          <ac:spMkLst>
            <pc:docMk/>
            <pc:sldMk cId="379516680" sldId="306"/>
            <ac:spMk id="2" creationId="{C0CB6CE9-A933-9860-6FEA-D1FB3239E2F7}"/>
          </ac:spMkLst>
        </pc:spChg>
        <pc:spChg chg="add mod">
          <ac:chgData name="Dasuni Thamalika" userId="7c94e3aa8c215459" providerId="LiveId" clId="{B6A63C46-7489-4E3F-94DF-A8DED48F18AB}" dt="2026-01-12T06:00:57.091" v="37" actId="14100"/>
          <ac:spMkLst>
            <pc:docMk/>
            <pc:sldMk cId="379516680" sldId="306"/>
            <ac:spMk id="3" creationId="{085CAB4B-139B-671C-F08D-8D306BCDE1F5}"/>
          </ac:spMkLst>
        </pc:spChg>
        <pc:spChg chg="add">
          <ac:chgData name="Dasuni Thamalika" userId="7c94e3aa8c215459" providerId="LiveId" clId="{B6A63C46-7489-4E3F-94DF-A8DED48F18AB}" dt="2026-01-12T06:00:39.884" v="31"/>
          <ac:spMkLst>
            <pc:docMk/>
            <pc:sldMk cId="379516680" sldId="306"/>
            <ac:spMk id="4" creationId="{E8591B61-8504-BEBA-5A97-1962E107F248}"/>
          </ac:spMkLst>
        </pc:spChg>
        <pc:spChg chg="add">
          <ac:chgData name="Dasuni Thamalika" userId="7c94e3aa8c215459" providerId="LiveId" clId="{B6A63C46-7489-4E3F-94DF-A8DED48F18AB}" dt="2026-01-12T06:00:49.779" v="35"/>
          <ac:spMkLst>
            <pc:docMk/>
            <pc:sldMk cId="379516680" sldId="306"/>
            <ac:spMk id="5" creationId="{3058B4DE-9894-02CF-7C8A-F59872DA01E9}"/>
          </ac:spMkLst>
        </pc:spChg>
        <pc:spChg chg="add mod">
          <ac:chgData name="Dasuni Thamalika" userId="7c94e3aa8c215459" providerId="LiveId" clId="{B6A63C46-7489-4E3F-94DF-A8DED48F18AB}" dt="2026-01-12T06:15:03.105" v="236" actId="207"/>
          <ac:spMkLst>
            <pc:docMk/>
            <pc:sldMk cId="379516680" sldId="306"/>
            <ac:spMk id="7" creationId="{B1132F1A-DA44-8A4D-8F7C-245E41F55F86}"/>
          </ac:spMkLst>
        </pc:spChg>
      </pc:sldChg>
      <pc:sldChg chg="addSp modSp new del mod">
        <pc:chgData name="Dasuni Thamalika" userId="7c94e3aa8c215459" providerId="LiveId" clId="{B6A63C46-7489-4E3F-94DF-A8DED48F18AB}" dt="2026-01-12T07:23:40.359" v="608" actId="2696"/>
        <pc:sldMkLst>
          <pc:docMk/>
          <pc:sldMk cId="17790990" sldId="307"/>
        </pc:sldMkLst>
        <pc:picChg chg="add mod">
          <ac:chgData name="Dasuni Thamalika" userId="7c94e3aa8c215459" providerId="LiveId" clId="{B6A63C46-7489-4E3F-94DF-A8DED48F18AB}" dt="2026-01-12T07:13:06.274" v="482" actId="1076"/>
          <ac:picMkLst>
            <pc:docMk/>
            <pc:sldMk cId="17790990" sldId="307"/>
            <ac:picMk id="3" creationId="{D6BE43CB-1BDC-EA12-0B85-AC1E23883343}"/>
          </ac:picMkLst>
        </pc:picChg>
        <pc:picChg chg="add mod">
          <ac:chgData name="Dasuni Thamalika" userId="7c94e3aa8c215459" providerId="LiveId" clId="{B6A63C46-7489-4E3F-94DF-A8DED48F18AB}" dt="2026-01-12T07:13:18.318" v="484" actId="1076"/>
          <ac:picMkLst>
            <pc:docMk/>
            <pc:sldMk cId="17790990" sldId="307"/>
            <ac:picMk id="5" creationId="{ABBF8EF1-C2B7-5EC0-79A1-A8B6230AD8D3}"/>
          </ac:picMkLst>
        </pc:picChg>
        <pc:cxnChg chg="add mod">
          <ac:chgData name="Dasuni Thamalika" userId="7c94e3aa8c215459" providerId="LiveId" clId="{B6A63C46-7489-4E3F-94DF-A8DED48F18AB}" dt="2026-01-12T07:13:56.423" v="488" actId="1582"/>
          <ac:cxnSpMkLst>
            <pc:docMk/>
            <pc:sldMk cId="17790990" sldId="307"/>
            <ac:cxnSpMk id="7" creationId="{56088B98-BAF0-0C67-683B-9022A63BD678}"/>
          </ac:cxnSpMkLst>
        </pc:cxnChg>
      </pc:sldChg>
      <pc:sldChg chg="addSp modSp new mod">
        <pc:chgData name="Dasuni Thamalika" userId="7c94e3aa8c215459" providerId="LiveId" clId="{B6A63C46-7489-4E3F-94DF-A8DED48F18AB}" dt="2026-01-12T07:58:22.988" v="804" actId="12789"/>
        <pc:sldMkLst>
          <pc:docMk/>
          <pc:sldMk cId="3506939298" sldId="307"/>
        </pc:sldMkLst>
        <pc:spChg chg="add mod">
          <ac:chgData name="Dasuni Thamalika" userId="7c94e3aa8c215459" providerId="LiveId" clId="{B6A63C46-7489-4E3F-94DF-A8DED48F18AB}" dt="2026-01-12T07:57:32.262" v="797" actId="255"/>
          <ac:spMkLst>
            <pc:docMk/>
            <pc:sldMk cId="3506939298" sldId="307"/>
            <ac:spMk id="7" creationId="{7912D105-D2D2-177E-28B5-83E5484B734B}"/>
          </ac:spMkLst>
        </pc:spChg>
        <pc:picChg chg="add mod">
          <ac:chgData name="Dasuni Thamalika" userId="7c94e3aa8c215459" providerId="LiveId" clId="{B6A63C46-7489-4E3F-94DF-A8DED48F18AB}" dt="2026-01-12T07:58:22.988" v="804" actId="12789"/>
          <ac:picMkLst>
            <pc:docMk/>
            <pc:sldMk cId="3506939298" sldId="307"/>
            <ac:picMk id="3" creationId="{C1D391DC-3ACF-4155-8686-EF5BD9F12868}"/>
          </ac:picMkLst>
        </pc:picChg>
        <pc:picChg chg="add mod">
          <ac:chgData name="Dasuni Thamalika" userId="7c94e3aa8c215459" providerId="LiveId" clId="{B6A63C46-7489-4E3F-94DF-A8DED48F18AB}" dt="2026-01-12T07:58:22.988" v="804" actId="12789"/>
          <ac:picMkLst>
            <pc:docMk/>
            <pc:sldMk cId="3506939298" sldId="307"/>
            <ac:picMk id="5" creationId="{4F38F1FE-A078-68F6-AC53-46322DABB7D0}"/>
          </ac:picMkLst>
        </pc:picChg>
      </pc:sldChg>
      <pc:sldChg chg="addSp delSp modSp new mod ord">
        <pc:chgData name="Dasuni Thamalika" userId="7c94e3aa8c215459" providerId="LiveId" clId="{B6A63C46-7489-4E3F-94DF-A8DED48F18AB}" dt="2026-01-12T08:22:00.112" v="893" actId="1076"/>
        <pc:sldMkLst>
          <pc:docMk/>
          <pc:sldMk cId="2249316383" sldId="308"/>
        </pc:sldMkLst>
        <pc:spChg chg="add mod">
          <ac:chgData name="Dasuni Thamalika" userId="7c94e3aa8c215459" providerId="LiveId" clId="{B6A63C46-7489-4E3F-94DF-A8DED48F18AB}" dt="2026-01-12T08:20:26.137" v="875" actId="1076"/>
          <ac:spMkLst>
            <pc:docMk/>
            <pc:sldMk cId="2249316383" sldId="308"/>
            <ac:spMk id="14" creationId="{70AD5653-E323-72F2-F59A-6C43EAE05E75}"/>
          </ac:spMkLst>
        </pc:spChg>
        <pc:spChg chg="add mod">
          <ac:chgData name="Dasuni Thamalika" userId="7c94e3aa8c215459" providerId="LiveId" clId="{B6A63C46-7489-4E3F-94DF-A8DED48F18AB}" dt="2026-01-12T08:21:05.046" v="884" actId="20577"/>
          <ac:spMkLst>
            <pc:docMk/>
            <pc:sldMk cId="2249316383" sldId="308"/>
            <ac:spMk id="15" creationId="{3A855162-A7A7-1780-95CA-FD182C194F61}"/>
          </ac:spMkLst>
        </pc:spChg>
        <pc:spChg chg="add mod">
          <ac:chgData name="Dasuni Thamalika" userId="7c94e3aa8c215459" providerId="LiveId" clId="{B6A63C46-7489-4E3F-94DF-A8DED48F18AB}" dt="2026-01-12T08:21:16.057" v="888" actId="20577"/>
          <ac:spMkLst>
            <pc:docMk/>
            <pc:sldMk cId="2249316383" sldId="308"/>
            <ac:spMk id="16" creationId="{4BB19AC7-A6E9-F5E1-807E-1E0F813D9CC9}"/>
          </ac:spMkLst>
        </pc:spChg>
        <pc:picChg chg="add del mod">
          <ac:chgData name="Dasuni Thamalika" userId="7c94e3aa8c215459" providerId="LiveId" clId="{B6A63C46-7489-4E3F-94DF-A8DED48F18AB}" dt="2026-01-12T08:19:11.668" v="853" actId="478"/>
          <ac:picMkLst>
            <pc:docMk/>
            <pc:sldMk cId="2249316383" sldId="308"/>
            <ac:picMk id="3" creationId="{E011A687-C341-3FF1-EBCF-A3CD38BEFF7D}"/>
          </ac:picMkLst>
        </pc:picChg>
        <pc:picChg chg="add del mod">
          <ac:chgData name="Dasuni Thamalika" userId="7c94e3aa8c215459" providerId="LiveId" clId="{B6A63C46-7489-4E3F-94DF-A8DED48F18AB}" dt="2026-01-12T08:19:07.181" v="850" actId="478"/>
          <ac:picMkLst>
            <pc:docMk/>
            <pc:sldMk cId="2249316383" sldId="308"/>
            <ac:picMk id="5" creationId="{4928BB56-C037-4354-D453-08724E3CF789}"/>
          </ac:picMkLst>
        </pc:picChg>
        <pc:picChg chg="add del mod">
          <ac:chgData name="Dasuni Thamalika" userId="7c94e3aa8c215459" providerId="LiveId" clId="{B6A63C46-7489-4E3F-94DF-A8DED48F18AB}" dt="2026-01-12T08:18:48.578" v="847" actId="478"/>
          <ac:picMkLst>
            <pc:docMk/>
            <pc:sldMk cId="2249316383" sldId="308"/>
            <ac:picMk id="7" creationId="{FA046E65-6179-69C3-46DE-A654B2B79F74}"/>
          </ac:picMkLst>
        </pc:picChg>
        <pc:picChg chg="add mod">
          <ac:chgData name="Dasuni Thamalika" userId="7c94e3aa8c215459" providerId="LiveId" clId="{B6A63C46-7489-4E3F-94DF-A8DED48F18AB}" dt="2026-01-12T08:19:34.330" v="857" actId="1076"/>
          <ac:picMkLst>
            <pc:docMk/>
            <pc:sldMk cId="2249316383" sldId="308"/>
            <ac:picMk id="9" creationId="{B62918B7-4DE6-2C74-313F-F8B9C2538B11}"/>
          </ac:picMkLst>
        </pc:picChg>
        <pc:picChg chg="add mod">
          <ac:chgData name="Dasuni Thamalika" userId="7c94e3aa8c215459" providerId="LiveId" clId="{B6A63C46-7489-4E3F-94DF-A8DED48F18AB}" dt="2026-01-12T08:19:31.993" v="856" actId="1076"/>
          <ac:picMkLst>
            <pc:docMk/>
            <pc:sldMk cId="2249316383" sldId="308"/>
            <ac:picMk id="11" creationId="{805AD44E-3188-95CE-5218-F8C3B4EF1BFA}"/>
          </ac:picMkLst>
        </pc:picChg>
        <pc:picChg chg="add mod">
          <ac:chgData name="Dasuni Thamalika" userId="7c94e3aa8c215459" providerId="LiveId" clId="{B6A63C46-7489-4E3F-94DF-A8DED48F18AB}" dt="2026-01-12T08:19:29.090" v="855" actId="1076"/>
          <ac:picMkLst>
            <pc:docMk/>
            <pc:sldMk cId="2249316383" sldId="308"/>
            <ac:picMk id="13" creationId="{691A2216-1F29-77B4-C94C-D1FB2C72FDC3}"/>
          </ac:picMkLst>
        </pc:picChg>
        <pc:cxnChg chg="add mod">
          <ac:chgData name="Dasuni Thamalika" userId="7c94e3aa8c215459" providerId="LiveId" clId="{B6A63C46-7489-4E3F-94DF-A8DED48F18AB}" dt="2026-01-12T08:21:37.244" v="891" actId="1582"/>
          <ac:cxnSpMkLst>
            <pc:docMk/>
            <pc:sldMk cId="2249316383" sldId="308"/>
            <ac:cxnSpMk id="18" creationId="{1262069F-20E1-5F37-792C-0CEF5F3F1D08}"/>
          </ac:cxnSpMkLst>
        </pc:cxnChg>
        <pc:cxnChg chg="add mod">
          <ac:chgData name="Dasuni Thamalika" userId="7c94e3aa8c215459" providerId="LiveId" clId="{B6A63C46-7489-4E3F-94DF-A8DED48F18AB}" dt="2026-01-12T08:22:00.112" v="893" actId="1076"/>
          <ac:cxnSpMkLst>
            <pc:docMk/>
            <pc:sldMk cId="2249316383" sldId="308"/>
            <ac:cxnSpMk id="19" creationId="{D6F6BE3E-67B9-E31C-4A6F-06B4CB5BA7F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B4BB3-6C3D-95F5-1B83-3442AE562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6F914-8F86-1388-B3DE-9D5279AC1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757AA-6E84-47B7-486B-850DEB17E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9B5DA-D238-4CD2-355A-3C5573D06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909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979ED-D8EF-4CD2-2B4A-A50E91343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5B3823-10DE-F387-34A8-046702239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0EA40-E19B-1A6D-8503-50414941C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3F41D-1775-DBF3-1915-4886EAB05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91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4191-6929-EAFC-CD8A-0095BF179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A53F5-D1D7-C864-D16D-4891CB84C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74D81-1510-7B4E-AA1C-CD8C4F3A2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1C117-CC5A-94AC-60EB-0C767C7D8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585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0425-B1A8-A54E-D7DB-D65069A42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E0438-CDE2-A594-1B6A-F67F5D9FB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BF9B5-4D31-CE72-10D5-BA7832E7B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F4635-8E0C-0CB4-2975-70CE067C3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773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5D3D0-C392-10A1-F03C-F10361369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E5D868-98A7-6D28-C985-EC5A1B6C0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C36CD-BB30-3E84-8DBF-553A5EF8A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5C78C-262C-A3D0-F229-86697DA40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787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06231-D012-35F4-9BEE-35E86891E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F3D19D-BC15-DF18-8BF6-230ABDF42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4881F-E898-4CF8-D371-E9D44BA7E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B7FBE-AA03-949A-1F4F-C0E4441C0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468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2BDF5-5EF1-C873-9DD4-B77DC2D7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FAB05-8815-8985-8B02-54D6A060A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C1BCD-EAD3-66A2-B2E6-6F8C0ED34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5EACB-54D3-7820-4356-23E3C76C5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898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64D44-8269-51F6-8405-18380EAB7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1CF35E-C4BD-35EA-3945-843805312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7C51D-95FC-50DD-631C-B73AA37DE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4B546-5EC2-C8E9-53F0-2EDE8A3CE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909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D4C73-7B6E-E99D-C210-679E78F21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C9051-1315-680C-3D74-F1BD2F4AE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F2767-B943-3078-1DB1-5DA1CC609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E15E2-1997-AF3A-C2CB-D7347A4A4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956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98203-25F1-AB6D-13E5-703E8B0BD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1E324-7146-CA5E-A75A-6BFBCD536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0FDB8-8128-02CF-6BF1-0002387C9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18611-BF55-2ACB-D3E0-F343FE1F8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715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91991-34A6-68D4-117C-B70197A62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BB12B-E950-03D7-7AAC-6116D95B9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BB1E34-0C6F-5483-C88D-68724A550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876F1-44F7-C5ED-ECFA-B91FF2524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541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F4A2C-7C40-FA3B-AFB1-ABE231884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A325E-5E3D-5F99-39FC-EFC779C30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D99340-3BA9-87D5-3C29-09A64ABB7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74899-D36F-0AB7-02F0-A172135342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3498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288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129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80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9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177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73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232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0DA1498-92C7-4E4B-8045-C9195F453964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86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73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71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8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46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62915"/>
            <a:ext cx="9144000" cy="2351413"/>
          </a:xfrm>
        </p:spPr>
        <p:txBody>
          <a:bodyPr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AD_HOC INSIGHTS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Consumer Goods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42A129-E375-B506-B410-FF74A1A90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052" y="598289"/>
            <a:ext cx="955896" cy="93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599" y="685022"/>
            <a:ext cx="117348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03004C-C42A-D664-FC4A-7435DB78FEEF}"/>
              </a:ext>
            </a:extLst>
          </p:cNvPr>
          <p:cNvSpPr txBox="1"/>
          <p:nvPr/>
        </p:nvSpPr>
        <p:spPr>
          <a:xfrm>
            <a:off x="1009358" y="1576872"/>
            <a:ext cx="1017328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Atliq Hardware, a leading computer hardware manufacturer in India, also maintains a strong presence in several other countries.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Management recognized that, without deeper insights, they are unable to make prompt, well-informed, and data-driven decisions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are planning to expand the data analytics team by bringing in junior data analysts to enhance data-driven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Analytics Director Tony Sharma intends to evaluate candidates through an SQL challenge that measures both their technical capabilities and soft skills.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company seeks insights for 10 ad-hoc requests.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B90E1-6E29-E60F-56F4-B7738EBC6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79ACD0E4-87E1-E8A2-579B-29BD16CC327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ABFD50F-5D6D-7F03-F7C0-83CD1E798FF2}"/>
              </a:ext>
            </a:extLst>
          </p:cNvPr>
          <p:cNvSpPr txBox="1">
            <a:spLocks/>
          </p:cNvSpPr>
          <p:nvPr/>
        </p:nvSpPr>
        <p:spPr>
          <a:xfrm>
            <a:off x="228599" y="685022"/>
            <a:ext cx="11734800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 Details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663D9-47BF-B1B0-828C-D19E4479BAA9}"/>
              </a:ext>
            </a:extLst>
          </p:cNvPr>
          <p:cNvSpPr txBox="1"/>
          <p:nvPr/>
        </p:nvSpPr>
        <p:spPr>
          <a:xfrm>
            <a:off x="2533672" y="1365001"/>
            <a:ext cx="7124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Atliq Hardware is a computer hardware and accessory manufacturer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C45E2C3-6404-A093-4F2D-45782F5DDAF5}"/>
              </a:ext>
            </a:extLst>
          </p:cNvPr>
          <p:cNvGrpSpPr/>
          <p:nvPr/>
        </p:nvGrpSpPr>
        <p:grpSpPr>
          <a:xfrm>
            <a:off x="2037183" y="2164702"/>
            <a:ext cx="4058816" cy="2528596"/>
            <a:chOff x="4066591" y="2164702"/>
            <a:chExt cx="4058816" cy="252859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156A15A-7044-B747-B375-416A763D290F}"/>
                </a:ext>
              </a:extLst>
            </p:cNvPr>
            <p:cNvSpPr/>
            <p:nvPr/>
          </p:nvSpPr>
          <p:spPr>
            <a:xfrm>
              <a:off x="4066591" y="2164702"/>
              <a:ext cx="4058816" cy="2528596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DDE5709-FD82-BDEA-C608-432493A3B58A}"/>
                </a:ext>
              </a:extLst>
            </p:cNvPr>
            <p:cNvSpPr txBox="1"/>
            <p:nvPr/>
          </p:nvSpPr>
          <p:spPr>
            <a:xfrm>
              <a:off x="4169228" y="2357353"/>
              <a:ext cx="3853543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chemeClr val="accent1">
                      <a:lumMod val="20000"/>
                      <a:lumOff val="80000"/>
                    </a:scheme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Arial Black" panose="020B0A04020102020204" pitchFamily="34" charset="0"/>
                </a:rPr>
                <a:t>FISCAL YEAR</a:t>
              </a:r>
            </a:p>
            <a:p>
              <a:pPr algn="ctr">
                <a:lnSpc>
                  <a:spcPct val="150000"/>
                </a:lnSpc>
              </a:pPr>
              <a:r>
                <a:rPr lang="en-US" dirty="0">
                  <a:solidFill>
                    <a:schemeClr val="bg1"/>
                  </a:solidFill>
                </a:rPr>
                <a:t>SEPTEMBER 2019 - AUGUST 2020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FY 2020 </a:t>
              </a:r>
            </a:p>
            <a:p>
              <a:pPr algn="ctr">
                <a:lnSpc>
                  <a:spcPct val="200000"/>
                </a:lnSpc>
              </a:pPr>
              <a:r>
                <a:rPr lang="en-US" dirty="0">
                  <a:solidFill>
                    <a:schemeClr val="bg1"/>
                  </a:solidFill>
                </a:rPr>
                <a:t>SEPTEMBER 2020 - AUGUST 2021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FY 2021 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74803AC-FF43-FDEA-B1D8-E2930FACFBF2}"/>
              </a:ext>
            </a:extLst>
          </p:cNvPr>
          <p:cNvGrpSpPr/>
          <p:nvPr/>
        </p:nvGrpSpPr>
        <p:grpSpPr>
          <a:xfrm>
            <a:off x="6799632" y="2164702"/>
            <a:ext cx="4058816" cy="2528596"/>
            <a:chOff x="6698032" y="2164702"/>
            <a:chExt cx="4058816" cy="252859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C168050-1969-3D95-0855-C6FEEC5EDB98}"/>
                </a:ext>
              </a:extLst>
            </p:cNvPr>
            <p:cNvGrpSpPr/>
            <p:nvPr/>
          </p:nvGrpSpPr>
          <p:grpSpPr>
            <a:xfrm>
              <a:off x="6698032" y="2164702"/>
              <a:ext cx="4058816" cy="2528596"/>
              <a:chOff x="6690463" y="2164702"/>
              <a:chExt cx="4058816" cy="2528596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B3CF378D-AC8C-32BC-54AD-686D2A1F9C27}"/>
                  </a:ext>
                </a:extLst>
              </p:cNvPr>
              <p:cNvSpPr/>
              <p:nvPr/>
            </p:nvSpPr>
            <p:spPr>
              <a:xfrm>
                <a:off x="6690463" y="2164702"/>
                <a:ext cx="4058816" cy="2528596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0E74F12-D274-F78B-E957-8B14444F9404}"/>
                  </a:ext>
                </a:extLst>
              </p:cNvPr>
              <p:cNvSpPr txBox="1"/>
              <p:nvPr/>
            </p:nvSpPr>
            <p:spPr>
              <a:xfrm>
                <a:off x="7671939" y="2331063"/>
                <a:ext cx="2095864" cy="2057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50000"/>
                  </a:lnSpc>
                </a:pPr>
                <a:r>
                  <a:rPr lang="en-US" dirty="0">
                    <a:solidFill>
                      <a:schemeClr val="bg1"/>
                    </a:solidFill>
                  </a:rPr>
                  <a:t>Category</a:t>
                </a:r>
              </a:p>
              <a:p>
                <a:pPr algn="ctr">
                  <a:lnSpc>
                    <a:spcPct val="250000"/>
                  </a:lnSpc>
                </a:pPr>
                <a:r>
                  <a:rPr lang="en-US" dirty="0">
                    <a:solidFill>
                      <a:schemeClr val="bg1"/>
                    </a:solidFill>
                  </a:rPr>
                  <a:t>Segment</a:t>
                </a:r>
              </a:p>
              <a:p>
                <a:pPr algn="ctr">
                  <a:lnSpc>
                    <a:spcPct val="250000"/>
                  </a:lnSpc>
                </a:pPr>
                <a:r>
                  <a:rPr lang="en-US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Division</a:t>
                </a:r>
              </a:p>
            </p:txBody>
          </p:sp>
        </p:grpSp>
        <p:sp>
          <p:nvSpPr>
            <p:cNvPr id="24" name="Arrow: Down 23">
              <a:extLst>
                <a:ext uri="{FF2B5EF4-FFF2-40B4-BE49-F238E27FC236}">
                  <a16:creationId xmlns:a16="http://schemas.microsoft.com/office/drawing/2014/main" id="{9DAC645F-592B-24D3-176A-26BC45CD5D02}"/>
                </a:ext>
              </a:extLst>
            </p:cNvPr>
            <p:cNvSpPr/>
            <p:nvPr/>
          </p:nvSpPr>
          <p:spPr>
            <a:xfrm>
              <a:off x="8666480" y="2987040"/>
              <a:ext cx="121920" cy="36576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25" name="Arrow: Down 24">
              <a:extLst>
                <a:ext uri="{FF2B5EF4-FFF2-40B4-BE49-F238E27FC236}">
                  <a16:creationId xmlns:a16="http://schemas.microsoft.com/office/drawing/2014/main" id="{7419DD20-3446-CBC1-6D82-A2F27E176E2C}"/>
                </a:ext>
              </a:extLst>
            </p:cNvPr>
            <p:cNvSpPr/>
            <p:nvPr/>
          </p:nvSpPr>
          <p:spPr>
            <a:xfrm>
              <a:off x="8658911" y="3687859"/>
              <a:ext cx="121920" cy="36576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</p:spTree>
    <p:extLst>
      <p:ext uri="{BB962C8B-B14F-4D97-AF65-F5344CB8AC3E}">
        <p14:creationId xmlns:p14="http://schemas.microsoft.com/office/powerpoint/2010/main" val="611785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D0615093-5CAE-412D-8E24-24A942FF9016}"/>
              </a:ext>
            </a:extLst>
          </p:cNvPr>
          <p:cNvGrpSpPr/>
          <p:nvPr/>
        </p:nvGrpSpPr>
        <p:grpSpPr>
          <a:xfrm>
            <a:off x="749559" y="1708124"/>
            <a:ext cx="10692881" cy="4058819"/>
            <a:chOff x="746448" y="671804"/>
            <a:chExt cx="10692881" cy="4058819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E5258C8-843B-B302-71FD-62AD186A4825}"/>
                </a:ext>
              </a:extLst>
            </p:cNvPr>
            <p:cNvSpPr/>
            <p:nvPr/>
          </p:nvSpPr>
          <p:spPr>
            <a:xfrm>
              <a:off x="2733870" y="671804"/>
              <a:ext cx="2164701" cy="485192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 &amp; A</a:t>
              </a:r>
              <a:endParaRPr lang="en-AE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ADC0CC9-256D-E3D9-81FF-02A9CFC7AFA1}"/>
                </a:ext>
              </a:extLst>
            </p:cNvPr>
            <p:cNvSpPr/>
            <p:nvPr/>
          </p:nvSpPr>
          <p:spPr>
            <a:xfrm>
              <a:off x="5013649" y="671804"/>
              <a:ext cx="2164701" cy="485192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PC</a:t>
              </a:r>
              <a:endParaRPr lang="en-AE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D454B82-BD12-17CD-B1E3-8EFF7408489F}"/>
                </a:ext>
              </a:extLst>
            </p:cNvPr>
            <p:cNvSpPr/>
            <p:nvPr/>
          </p:nvSpPr>
          <p:spPr>
            <a:xfrm>
              <a:off x="7293428" y="671804"/>
              <a:ext cx="2164701" cy="485192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 &amp; S</a:t>
              </a:r>
              <a:endParaRPr lang="en-AE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61D3B1F-555B-A8B7-D4FF-14DB69073E3A}"/>
                </a:ext>
              </a:extLst>
            </p:cNvPr>
            <p:cNvSpPr/>
            <p:nvPr/>
          </p:nvSpPr>
          <p:spPr>
            <a:xfrm>
              <a:off x="9846905" y="1665514"/>
              <a:ext cx="1592424" cy="485192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Networking</a:t>
              </a:r>
              <a:endParaRPr lang="en-AE" sz="160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773EACC7-7CCF-0DD6-A09E-154C0EB65B2E}"/>
                </a:ext>
              </a:extLst>
            </p:cNvPr>
            <p:cNvSpPr/>
            <p:nvPr/>
          </p:nvSpPr>
          <p:spPr>
            <a:xfrm>
              <a:off x="9846905" y="2671665"/>
              <a:ext cx="1592424" cy="485192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Wi fi extender</a:t>
              </a:r>
              <a:endParaRPr lang="en-AE" sz="1200"/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F4557AB6-5C2A-BCA6-62EA-3399863DB0E4}"/>
                </a:ext>
              </a:extLst>
            </p:cNvPr>
            <p:cNvGrpSpPr/>
            <p:nvPr/>
          </p:nvGrpSpPr>
          <p:grpSpPr>
            <a:xfrm>
              <a:off x="1665710" y="1171046"/>
              <a:ext cx="1953451" cy="508518"/>
              <a:chOff x="1665710" y="1171046"/>
              <a:chExt cx="1953451" cy="508518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A3C3AF3F-1153-C0C5-039E-33C6BB5D82C5}"/>
                  </a:ext>
                </a:extLst>
              </p:cNvPr>
              <p:cNvGrpSpPr/>
              <p:nvPr/>
            </p:nvGrpSpPr>
            <p:grpSpPr>
              <a:xfrm>
                <a:off x="1665710" y="1171046"/>
                <a:ext cx="1953451" cy="508518"/>
                <a:chOff x="1517785" y="1156996"/>
                <a:chExt cx="2322449" cy="508518"/>
              </a:xfrm>
            </p:grpSpPr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91A97CF3-BDB4-A214-4ED8-B5F810C4C1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16221" y="1156996"/>
                  <a:ext cx="0" cy="27991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78E8F1F6-8F1F-4D04-798D-4F9FA013A8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16221" y="1436914"/>
                  <a:ext cx="0" cy="22860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50676EDC-6772-D456-1309-E158D250C0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17785" y="1396482"/>
                  <a:ext cx="2322449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825BBB5C-521A-52F6-0758-DBBBDEEB12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69609" y="1410532"/>
                <a:ext cx="0" cy="25498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07D85F5-E61A-EBDD-39FA-4D318CCAE51D}"/>
                </a:ext>
              </a:extLst>
            </p:cNvPr>
            <p:cNvGrpSpPr/>
            <p:nvPr/>
          </p:nvGrpSpPr>
          <p:grpSpPr>
            <a:xfrm>
              <a:off x="746448" y="1665514"/>
              <a:ext cx="3290595" cy="3065109"/>
              <a:chOff x="746448" y="1665514"/>
              <a:chExt cx="3290595" cy="3065109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549A4671-5E13-F15F-D475-EF63EC446E6C}"/>
                  </a:ext>
                </a:extLst>
              </p:cNvPr>
              <p:cNvSpPr/>
              <p:nvPr/>
            </p:nvSpPr>
            <p:spPr>
              <a:xfrm>
                <a:off x="746448" y="1665514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Peripherals</a:t>
                </a:r>
                <a:endParaRPr lang="en-AE" sz="1600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DC885019-DFF7-E25E-B29F-C2B4BE0AFCAF}"/>
                  </a:ext>
                </a:extLst>
              </p:cNvPr>
              <p:cNvSpPr/>
              <p:nvPr/>
            </p:nvSpPr>
            <p:spPr>
              <a:xfrm>
                <a:off x="2444619" y="1665514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Accessories</a:t>
                </a:r>
                <a:endParaRPr lang="en-AE" sz="1600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AC40387F-0722-1787-EAEE-00610AB22963}"/>
                  </a:ext>
                </a:extLst>
              </p:cNvPr>
              <p:cNvSpPr/>
              <p:nvPr/>
            </p:nvSpPr>
            <p:spPr>
              <a:xfrm>
                <a:off x="746448" y="2684106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/>
                  <a:t>Internal HDD</a:t>
                </a:r>
                <a:endParaRPr lang="en-AE" sz="1200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CFBF2DEA-E56D-753A-79C1-193F5CA22E97}"/>
                  </a:ext>
                </a:extLst>
              </p:cNvPr>
              <p:cNvSpPr/>
              <p:nvPr/>
            </p:nvSpPr>
            <p:spPr>
              <a:xfrm>
                <a:off x="746448" y="3203511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/>
                  <a:t>Graphic Card</a:t>
                </a:r>
                <a:endParaRPr lang="en-AE" sz="1200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5F0CCAB8-AA63-9797-A5AD-0FD4FF9E1009}"/>
                  </a:ext>
                </a:extLst>
              </p:cNvPr>
              <p:cNvSpPr/>
              <p:nvPr/>
            </p:nvSpPr>
            <p:spPr>
              <a:xfrm>
                <a:off x="746448" y="3722916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/>
                  <a:t>Processors</a:t>
                </a:r>
                <a:endParaRPr lang="en-AE" sz="1200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9367F437-EE40-84F5-AA14-AF473F86F017}"/>
                  </a:ext>
                </a:extLst>
              </p:cNvPr>
              <p:cNvSpPr/>
              <p:nvPr/>
            </p:nvSpPr>
            <p:spPr>
              <a:xfrm>
                <a:off x="746448" y="4245431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/>
                  <a:t>MotherBoard</a:t>
                </a:r>
                <a:endParaRPr lang="en-AE" sz="1200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B9EC685-FAFA-B198-EED2-3B780A2805E1}"/>
                  </a:ext>
                </a:extLst>
              </p:cNvPr>
              <p:cNvSpPr/>
              <p:nvPr/>
            </p:nvSpPr>
            <p:spPr>
              <a:xfrm>
                <a:off x="2444619" y="3722916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/>
                  <a:t>Mouse</a:t>
                </a:r>
                <a:endParaRPr lang="en-AE" sz="1200"/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A9A1D98C-49A6-E54F-2ED5-F00C601F2905}"/>
                  </a:ext>
                </a:extLst>
              </p:cNvPr>
              <p:cNvSpPr/>
              <p:nvPr/>
            </p:nvSpPr>
            <p:spPr>
              <a:xfrm>
                <a:off x="2444619" y="2684106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/>
                  <a:t>Keyboard</a:t>
                </a:r>
                <a:endParaRPr lang="en-AE" sz="1200"/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662533C7-963D-7406-9431-467D87E9330B}"/>
                  </a:ext>
                </a:extLst>
              </p:cNvPr>
              <p:cNvSpPr/>
              <p:nvPr/>
            </p:nvSpPr>
            <p:spPr>
              <a:xfrm>
                <a:off x="2444619" y="3203511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/>
                  <a:t>Batteries</a:t>
                </a:r>
                <a:endParaRPr lang="en-AE" sz="1200"/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2655A167-471E-2F25-022D-5CC036C317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5724" y="2225040"/>
                <a:ext cx="0" cy="44662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7084F814-C93E-900F-61FB-594AAF5459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01755" y="2225040"/>
                <a:ext cx="0" cy="44662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CD3CF30A-C727-63A1-78BF-F7A3EF5B4917}"/>
                </a:ext>
              </a:extLst>
            </p:cNvPr>
            <p:cNvGrpSpPr/>
            <p:nvPr/>
          </p:nvGrpSpPr>
          <p:grpSpPr>
            <a:xfrm>
              <a:off x="4391605" y="1186543"/>
              <a:ext cx="3296818" cy="3034006"/>
              <a:chOff x="4391605" y="1186543"/>
              <a:chExt cx="3296818" cy="3034006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ECF90ACF-5ADE-879D-425D-CBC0706ECD39}"/>
                  </a:ext>
                </a:extLst>
              </p:cNvPr>
              <p:cNvSpPr/>
              <p:nvPr/>
            </p:nvSpPr>
            <p:spPr>
              <a:xfrm>
                <a:off x="4391605" y="1665514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Notebook</a:t>
                </a:r>
                <a:endParaRPr lang="en-AE" sz="1600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A639ED97-2FF1-9246-DCC3-8691B49BC3D8}"/>
                  </a:ext>
                </a:extLst>
              </p:cNvPr>
              <p:cNvSpPr/>
              <p:nvPr/>
            </p:nvSpPr>
            <p:spPr>
              <a:xfrm>
                <a:off x="6095999" y="1665514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Desktop</a:t>
                </a:r>
                <a:endParaRPr lang="en-AE" sz="1600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B29F85EE-4766-E8D5-E2B4-81F5A34DF1F0}"/>
                  </a:ext>
                </a:extLst>
              </p:cNvPr>
              <p:cNvSpPr/>
              <p:nvPr/>
            </p:nvSpPr>
            <p:spPr>
              <a:xfrm>
                <a:off x="4391605" y="2671665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/>
                  <a:t>Personal Laptop</a:t>
                </a:r>
                <a:endParaRPr lang="en-AE" sz="1200"/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47F2F553-C40D-E4CB-8FAB-F4F77AD2A6A0}"/>
                  </a:ext>
                </a:extLst>
              </p:cNvPr>
              <p:cNvSpPr/>
              <p:nvPr/>
            </p:nvSpPr>
            <p:spPr>
              <a:xfrm>
                <a:off x="4391605" y="3203511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/>
                  <a:t>Business Laptop</a:t>
                </a:r>
                <a:endParaRPr lang="en-AE" sz="1200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E1C057DB-13F5-9DAE-AFB3-F1CE59A976E2}"/>
                  </a:ext>
                </a:extLst>
              </p:cNvPr>
              <p:cNvSpPr/>
              <p:nvPr/>
            </p:nvSpPr>
            <p:spPr>
              <a:xfrm>
                <a:off x="4391605" y="3735357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/>
                  <a:t>Gaming Laptop</a:t>
                </a:r>
                <a:endParaRPr lang="en-AE" sz="1200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2E048E41-BCD8-4B8F-F780-721B4C9E7220}"/>
                  </a:ext>
                </a:extLst>
              </p:cNvPr>
              <p:cNvSpPr/>
              <p:nvPr/>
            </p:nvSpPr>
            <p:spPr>
              <a:xfrm>
                <a:off x="6095999" y="2671665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/>
                  <a:t>Business Laptop</a:t>
                </a:r>
                <a:endParaRPr lang="en-AE" sz="1200"/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D6B20194-A5F7-FBE9-0780-654C7B5D15D3}"/>
                  </a:ext>
                </a:extLst>
              </p:cNvPr>
              <p:cNvSpPr/>
              <p:nvPr/>
            </p:nvSpPr>
            <p:spPr>
              <a:xfrm>
                <a:off x="6095999" y="3186404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/>
                  <a:t>Personal Desktop</a:t>
                </a:r>
                <a:endParaRPr lang="en-AE" sz="1200"/>
              </a:p>
            </p:txBody>
          </p: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3381AB45-5CB3-ED88-B57D-64C4A4819C3D}"/>
                  </a:ext>
                </a:extLst>
              </p:cNvPr>
              <p:cNvGrpSpPr/>
              <p:nvPr/>
            </p:nvGrpSpPr>
            <p:grpSpPr>
              <a:xfrm>
                <a:off x="5041190" y="1186543"/>
                <a:ext cx="1622194" cy="508518"/>
                <a:chOff x="5041190" y="1186543"/>
                <a:chExt cx="1622194" cy="508518"/>
              </a:xfrm>
            </p:grpSpPr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88F21CDE-EA0F-B956-5E39-752E860C89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41190" y="1439039"/>
                  <a:ext cx="0" cy="22860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E327730C-870D-F65E-BD78-CC682457A9D9}"/>
                    </a:ext>
                  </a:extLst>
                </p:cNvPr>
                <p:cNvGrpSpPr/>
                <p:nvPr/>
              </p:nvGrpSpPr>
              <p:grpSpPr>
                <a:xfrm>
                  <a:off x="5041190" y="1186543"/>
                  <a:ext cx="1622194" cy="508518"/>
                  <a:chOff x="1499996" y="1156996"/>
                  <a:chExt cx="2322449" cy="508518"/>
                </a:xfrm>
              </p:grpSpPr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28B05711-C2B4-0309-BE29-6BB7FF46C4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16221" y="1156996"/>
                    <a:ext cx="0" cy="27991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Arrow Connector 59">
                    <a:extLst>
                      <a:ext uri="{FF2B5EF4-FFF2-40B4-BE49-F238E27FC236}">
                        <a16:creationId xmlns:a16="http://schemas.microsoft.com/office/drawing/2014/main" id="{2BF21041-60FE-5EA5-5A06-78B285AA3D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16221" y="1436914"/>
                    <a:ext cx="0" cy="228600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55DC39A5-38A3-BFEF-7979-683EB49CDC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99996" y="1436914"/>
                    <a:ext cx="2322449" cy="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078E3F5A-4045-A2F0-0DA6-065C78C5D2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83164" y="2237481"/>
                <a:ext cx="0" cy="44662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1ED79604-95BB-F92E-E53A-69E8E7FBEB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2211" y="2225040"/>
                <a:ext cx="0" cy="44662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7F58F9A-8BA2-6D8E-0695-992FDDB3CE9B}"/>
                </a:ext>
              </a:extLst>
            </p:cNvPr>
            <p:cNvGrpSpPr/>
            <p:nvPr/>
          </p:nvGrpSpPr>
          <p:grpSpPr>
            <a:xfrm>
              <a:off x="8148732" y="1194163"/>
              <a:ext cx="2794293" cy="2463437"/>
              <a:chOff x="8148732" y="1194163"/>
              <a:chExt cx="2794293" cy="2463437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AC3AF1CE-E9EC-3960-9F28-257D0A1F0D28}"/>
                  </a:ext>
                </a:extLst>
              </p:cNvPr>
              <p:cNvSpPr/>
              <p:nvPr/>
            </p:nvSpPr>
            <p:spPr>
              <a:xfrm>
                <a:off x="8154951" y="1665514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Storage</a:t>
                </a:r>
                <a:endParaRPr lang="en-AE" sz="1600"/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50FFB33-1147-0E62-B5DC-D7BA4B77F650}"/>
                  </a:ext>
                </a:extLst>
              </p:cNvPr>
              <p:cNvSpPr/>
              <p:nvPr/>
            </p:nvSpPr>
            <p:spPr>
              <a:xfrm>
                <a:off x="8154951" y="2671665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External Solid-State Drives</a:t>
                </a:r>
                <a:endParaRPr lang="en-AE" sz="1200" dirty="0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1A7C0C58-5C42-38AE-946A-CA39586C1E82}"/>
                  </a:ext>
                </a:extLst>
              </p:cNvPr>
              <p:cNvSpPr/>
              <p:nvPr/>
            </p:nvSpPr>
            <p:spPr>
              <a:xfrm>
                <a:off x="8148732" y="3172408"/>
                <a:ext cx="1592424" cy="48519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/>
                  <a:t>USB Flash Drives</a:t>
                </a:r>
                <a:endParaRPr lang="en-AE" sz="1200"/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A71D71BD-B1CE-AB0B-A834-72B44A286694}"/>
                  </a:ext>
                </a:extLst>
              </p:cNvPr>
              <p:cNvGrpSpPr/>
              <p:nvPr/>
            </p:nvGrpSpPr>
            <p:grpSpPr>
              <a:xfrm flipH="1">
                <a:off x="8620576" y="1194163"/>
                <a:ext cx="2322449" cy="508518"/>
                <a:chOff x="4585314" y="1203650"/>
                <a:chExt cx="2322449" cy="508518"/>
              </a:xfrm>
            </p:grpSpPr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7216D70A-DD8F-6491-EE23-A32E4180AA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85314" y="1470142"/>
                  <a:ext cx="0" cy="22860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77FAC13C-2643-7F89-B2FD-68FDC28091D6}"/>
                    </a:ext>
                  </a:extLst>
                </p:cNvPr>
                <p:cNvGrpSpPr/>
                <p:nvPr/>
              </p:nvGrpSpPr>
              <p:grpSpPr>
                <a:xfrm>
                  <a:off x="4585314" y="1203650"/>
                  <a:ext cx="2322449" cy="508518"/>
                  <a:chOff x="1499996" y="1156996"/>
                  <a:chExt cx="2322449" cy="508518"/>
                </a:xfrm>
              </p:grpSpPr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4FA551BE-79FB-4B1A-C05F-6FCFD9F07F93}"/>
                      </a:ext>
                    </a:extLst>
                  </p:cNvPr>
                  <p:cNvCxnSpPr>
                    <a:cxnSpLocks/>
                    <a:stCxn id="2" idx="2"/>
                  </p:cNvCxnSpPr>
                  <p:nvPr/>
                </p:nvCxnSpPr>
                <p:spPr>
                  <a:xfrm>
                    <a:off x="3816221" y="1156996"/>
                    <a:ext cx="0" cy="27991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Arrow Connector 32">
                    <a:extLst>
                      <a:ext uri="{FF2B5EF4-FFF2-40B4-BE49-F238E27FC236}">
                        <a16:creationId xmlns:a16="http://schemas.microsoft.com/office/drawing/2014/main" id="{A79917FD-52B6-D0A7-C492-9788FF8854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16221" y="1436914"/>
                    <a:ext cx="0" cy="228600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A9F05CE8-14AB-C3D3-6236-3D2289945F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99996" y="1436914"/>
                    <a:ext cx="2322449" cy="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A3D152C7-DB3B-014C-63A1-78A9B09902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55068" y="2237481"/>
                <a:ext cx="0" cy="44662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FCA7AAC8-6A8D-E7C9-2AB2-17C5857E74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43117" y="2237481"/>
                <a:ext cx="0" cy="44662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84" name="Title 1">
            <a:extLst>
              <a:ext uri="{FF2B5EF4-FFF2-40B4-BE49-F238E27FC236}">
                <a16:creationId xmlns:a16="http://schemas.microsoft.com/office/drawing/2014/main" id="{118A014A-0C74-1067-B439-137AA65E3E49}"/>
              </a:ext>
            </a:extLst>
          </p:cNvPr>
          <p:cNvSpPr txBox="1">
            <a:spLocks/>
          </p:cNvSpPr>
          <p:nvPr/>
        </p:nvSpPr>
        <p:spPr>
          <a:xfrm>
            <a:off x="228599" y="685022"/>
            <a:ext cx="11734800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 Products Details </a:t>
            </a:r>
          </a:p>
        </p:txBody>
      </p:sp>
    </p:spTree>
    <p:extLst>
      <p:ext uri="{BB962C8B-B14F-4D97-AF65-F5344CB8AC3E}">
        <p14:creationId xmlns:p14="http://schemas.microsoft.com/office/powerpoint/2010/main" val="562494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9987-0C45-B4B4-AA62-89CF93707E0D}"/>
              </a:ext>
            </a:extLst>
          </p:cNvPr>
          <p:cNvSpPr txBox="1">
            <a:spLocks/>
          </p:cNvSpPr>
          <p:nvPr/>
        </p:nvSpPr>
        <p:spPr>
          <a:xfrm>
            <a:off x="228599" y="685022"/>
            <a:ext cx="11734800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Company’s Market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51B24D-4CA0-36A0-D651-841CC1EA6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321" y="1534340"/>
            <a:ext cx="2869107" cy="35504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EE01A9-CFC8-7490-2978-F17FC34B0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1" y="1537091"/>
            <a:ext cx="2869106" cy="35531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C0F65F-A1FF-51BB-C66B-009934F9F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962" y="1534340"/>
            <a:ext cx="2645277" cy="3550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EB23E3-C32F-727A-D691-52AC969AAF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2774" y="1534340"/>
            <a:ext cx="2645278" cy="35530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50E155-6A87-63E3-49CE-14437C468E00}"/>
              </a:ext>
            </a:extLst>
          </p:cNvPr>
          <p:cNvSpPr txBox="1"/>
          <p:nvPr/>
        </p:nvSpPr>
        <p:spPr>
          <a:xfrm>
            <a:off x="1442720" y="5320909"/>
            <a:ext cx="674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APAC</a:t>
            </a:r>
            <a:endParaRPr lang="en-AE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77AE9E-4175-0800-447D-657522651CDD}"/>
              </a:ext>
            </a:extLst>
          </p:cNvPr>
          <p:cNvSpPr txBox="1"/>
          <p:nvPr/>
        </p:nvSpPr>
        <p:spPr>
          <a:xfrm>
            <a:off x="4534794" y="5320909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EU</a:t>
            </a:r>
            <a:endParaRPr lang="en-AE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736AC9-6B02-7813-6E22-020FA6FFB58A}"/>
              </a:ext>
            </a:extLst>
          </p:cNvPr>
          <p:cNvSpPr txBox="1"/>
          <p:nvPr/>
        </p:nvSpPr>
        <p:spPr>
          <a:xfrm>
            <a:off x="7372520" y="5320909"/>
            <a:ext cx="821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LATAM</a:t>
            </a:r>
            <a:endParaRPr lang="en-AE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108BF2-A639-CC82-AC73-FEBBE19856CD}"/>
              </a:ext>
            </a:extLst>
          </p:cNvPr>
          <p:cNvSpPr txBox="1"/>
          <p:nvPr/>
        </p:nvSpPr>
        <p:spPr>
          <a:xfrm>
            <a:off x="10098333" y="532090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NA</a:t>
            </a:r>
            <a:endParaRPr lang="en-AE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76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0178D04-9251-3EC6-1D44-14417C240E89}"/>
              </a:ext>
            </a:extLst>
          </p:cNvPr>
          <p:cNvSpPr txBox="1">
            <a:spLocks/>
          </p:cNvSpPr>
          <p:nvPr/>
        </p:nvSpPr>
        <p:spPr>
          <a:xfrm>
            <a:off x="228599" y="685022"/>
            <a:ext cx="11734800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Data, Request &amp; Tool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A9A8F4-4F61-4C35-E29F-B8867E847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29" y="1422398"/>
            <a:ext cx="2854670" cy="45724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FD339B-4C1D-396E-CBA2-481DD9D50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419" y="1431175"/>
            <a:ext cx="3449531" cy="45724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64B6A2-B552-622B-9E04-5911E492B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870" y="1422397"/>
            <a:ext cx="3449531" cy="4572450"/>
          </a:xfrm>
          <a:prstGeom prst="rect">
            <a:avLst/>
          </a:prstGeom>
        </p:spPr>
      </p:pic>
      <p:pic>
        <p:nvPicPr>
          <p:cNvPr id="1026" name="Picture 2" descr="MySQL logo PNG transparent image download, size: 300x300px">
            <a:extLst>
              <a:ext uri="{FF2B5EF4-FFF2-40B4-BE49-F238E27FC236}">
                <a16:creationId xmlns:a16="http://schemas.microsoft.com/office/drawing/2014/main" id="{E33497F2-A9D8-0770-E4E6-21F305C34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601" y="2207065"/>
            <a:ext cx="1139238" cy="113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 BI Logo | Information Technology Solutions">
            <a:extLst>
              <a:ext uri="{FF2B5EF4-FFF2-40B4-BE49-F238E27FC236}">
                <a16:creationId xmlns:a16="http://schemas.microsoft.com/office/drawing/2014/main" id="{A7C85286-AD80-A98C-7793-281C37E70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601" y="3717401"/>
            <a:ext cx="1139239" cy="1108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725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C904E-75A8-A7B5-021C-CBD27E0DD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72117824-A5E8-D901-2263-3FC1660B992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16D45-6C88-D612-4F63-76BE97266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94" y="1656062"/>
            <a:ext cx="2458696" cy="3545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830C19-46A5-4D23-CF9F-398400ED400E}"/>
              </a:ext>
            </a:extLst>
          </p:cNvPr>
          <p:cNvSpPr txBox="1"/>
          <p:nvPr/>
        </p:nvSpPr>
        <p:spPr>
          <a:xfrm>
            <a:off x="447040" y="541383"/>
            <a:ext cx="1118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Provide the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list of markets </a:t>
            </a:r>
            <a:r>
              <a:rPr lang="en-US" dirty="0"/>
              <a:t>in which customer "Atliq Exclusive" operates its business in the APAC region. </a:t>
            </a:r>
            <a:endParaRPr lang="en-AE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B1F21B0-43ED-1F55-E72F-11E6243B2873}"/>
              </a:ext>
            </a:extLst>
          </p:cNvPr>
          <p:cNvSpPr/>
          <p:nvPr/>
        </p:nvSpPr>
        <p:spPr>
          <a:xfrm>
            <a:off x="3994330" y="3051405"/>
            <a:ext cx="1746070" cy="646331"/>
          </a:xfrm>
          <a:prstGeom prst="right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176B62-03A5-9B65-A321-E21550365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840" y="1153213"/>
            <a:ext cx="4277360" cy="484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691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3C4B1-0DF7-D32E-2226-0D2926310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80C040E4-AC46-0679-34C3-248BD9C9BA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B65A29-8899-8C33-1DE3-27BF2BB5B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95" y="2378424"/>
            <a:ext cx="5206965" cy="7274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C10BB1-D51B-6B72-8EA3-7FFE2A106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220" y="1588069"/>
            <a:ext cx="3877216" cy="39057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4ACDB7-B463-B286-9893-24E83C6E4707}"/>
              </a:ext>
            </a:extLst>
          </p:cNvPr>
          <p:cNvSpPr txBox="1"/>
          <p:nvPr/>
        </p:nvSpPr>
        <p:spPr>
          <a:xfrm>
            <a:off x="370350" y="473011"/>
            <a:ext cx="11451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What is the percentage of unique product increase in 2021 vs. 2020? The final output contains these fields,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unique_products_2020 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unique_products_2021 </a:t>
            </a:r>
          </a:p>
          <a:p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percentage_chg</a:t>
            </a:r>
            <a:endParaRPr lang="en-AE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2A83029-ACEC-19AB-8449-C0D8D00B8E50}"/>
              </a:ext>
            </a:extLst>
          </p:cNvPr>
          <p:cNvSpPr/>
          <p:nvPr/>
        </p:nvSpPr>
        <p:spPr>
          <a:xfrm>
            <a:off x="4857930" y="3217800"/>
            <a:ext cx="1746070" cy="646331"/>
          </a:xfrm>
          <a:prstGeom prst="right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1038AD-615E-2022-CA79-0B058F4DDE1C}"/>
              </a:ext>
            </a:extLst>
          </p:cNvPr>
          <p:cNvSpPr txBox="1"/>
          <p:nvPr/>
        </p:nvSpPr>
        <p:spPr>
          <a:xfrm>
            <a:off x="7130110" y="5564984"/>
            <a:ext cx="1487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Unique Product</a:t>
            </a:r>
          </a:p>
          <a:p>
            <a:pPr algn="ctr"/>
            <a:r>
              <a:rPr lang="en-US" sz="1600" dirty="0"/>
              <a:t>2020</a:t>
            </a:r>
            <a:endParaRPr lang="en-AE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BCA746-2D86-A4F4-3E61-1272530D7178}"/>
              </a:ext>
            </a:extLst>
          </p:cNvPr>
          <p:cNvSpPr txBox="1"/>
          <p:nvPr/>
        </p:nvSpPr>
        <p:spPr>
          <a:xfrm>
            <a:off x="9646433" y="5583735"/>
            <a:ext cx="1487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Unique Product</a:t>
            </a:r>
          </a:p>
          <a:p>
            <a:pPr algn="ctr"/>
            <a:r>
              <a:rPr lang="en-US" sz="1600" dirty="0"/>
              <a:t>2021</a:t>
            </a:r>
            <a:endParaRPr lang="en-AE" sz="1600" dirty="0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09B1B1B6-7229-2017-6688-6582EE146E08}"/>
              </a:ext>
            </a:extLst>
          </p:cNvPr>
          <p:cNvSpPr/>
          <p:nvPr/>
        </p:nvSpPr>
        <p:spPr>
          <a:xfrm>
            <a:off x="7802880" y="5280948"/>
            <a:ext cx="142240" cy="286732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DB2DFC9D-1291-D632-751E-3B1F88B0954A}"/>
              </a:ext>
            </a:extLst>
          </p:cNvPr>
          <p:cNvSpPr/>
          <p:nvPr/>
        </p:nvSpPr>
        <p:spPr>
          <a:xfrm>
            <a:off x="10248083" y="5320019"/>
            <a:ext cx="142240" cy="286732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Flowchart: Sequential Access Storage 17">
            <a:extLst>
              <a:ext uri="{FF2B5EF4-FFF2-40B4-BE49-F238E27FC236}">
                <a16:creationId xmlns:a16="http://schemas.microsoft.com/office/drawing/2014/main" id="{956CC21A-2129-6911-2F9D-DA6DE9BDDC69}"/>
              </a:ext>
            </a:extLst>
          </p:cNvPr>
          <p:cNvSpPr/>
          <p:nvPr/>
        </p:nvSpPr>
        <p:spPr>
          <a:xfrm>
            <a:off x="645304" y="3595706"/>
            <a:ext cx="4033021" cy="1988029"/>
          </a:xfrm>
          <a:prstGeom prst="flowChartMagneticTap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Insights : </a:t>
            </a:r>
          </a:p>
          <a:p>
            <a:pPr algn="ctr"/>
            <a:r>
              <a:rPr lang="en-US" dirty="0"/>
              <a:t>Demand and production both increased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689116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B41FC-0217-6D05-514C-962BE7C49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DC1E2327-C0B7-018D-A4CD-13AC2ACA375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3E20E0-2C17-95FA-6159-0C46ED11E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17" y="1822026"/>
            <a:ext cx="3825679" cy="25652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31B5BF-0A4B-2AAB-AD9F-2071558B4509}"/>
              </a:ext>
            </a:extLst>
          </p:cNvPr>
          <p:cNvSpPr txBox="1"/>
          <p:nvPr/>
        </p:nvSpPr>
        <p:spPr>
          <a:xfrm>
            <a:off x="314182" y="444139"/>
            <a:ext cx="114714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Provide a report with all the unique product counts for each segment and sort them in descending order of product         counts. The final output contains 2 fields,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segment </a:t>
            </a:r>
          </a:p>
          <a:p>
            <a:r>
              <a:rPr lang="en-US" dirty="0"/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product_count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endParaRPr lang="en-AE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149E6E-B90B-B0FA-3909-000B96C87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160" y="1383335"/>
            <a:ext cx="5839640" cy="3442661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60992C9B-0D60-8CB5-C973-DDDE04615240}"/>
              </a:ext>
            </a:extLst>
          </p:cNvPr>
          <p:cNvSpPr/>
          <p:nvPr/>
        </p:nvSpPr>
        <p:spPr>
          <a:xfrm>
            <a:off x="4126207" y="2883972"/>
            <a:ext cx="1471953" cy="646331"/>
          </a:xfrm>
          <a:prstGeom prst="right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EEE1B9-3398-32BA-37E3-D539FC32C199}"/>
              </a:ext>
            </a:extLst>
          </p:cNvPr>
          <p:cNvSpPr txBox="1"/>
          <p:nvPr/>
        </p:nvSpPr>
        <p:spPr>
          <a:xfrm>
            <a:off x="314182" y="5103591"/>
            <a:ext cx="112621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Insights :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Segments: notebooks, accessories, and peripherals are showing significant manufacturing growth as compared to desktops, storage, and networking.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Notebooks, accessories, and peripherals constitute 83% of the total manufactured product.</a:t>
            </a:r>
            <a:endParaRPr lang="en-AE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DB8B9998-2860-7C52-C4C7-C41F0DFA5CDC}"/>
              </a:ext>
            </a:extLst>
          </p:cNvPr>
          <p:cNvSpPr/>
          <p:nvPr/>
        </p:nvSpPr>
        <p:spPr>
          <a:xfrm rot="10800000">
            <a:off x="7819806" y="3017520"/>
            <a:ext cx="226914" cy="1369787"/>
          </a:xfrm>
          <a:prstGeom prst="leftBrace">
            <a:avLst>
              <a:gd name="adj1" fmla="val 8333"/>
              <a:gd name="adj2" fmla="val 47461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454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C498B1-7E56-5C16-09BF-04922453B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96" y="455182"/>
            <a:ext cx="2419688" cy="16194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22B05B-0D57-6CAE-E11B-3666031C0942}"/>
              </a:ext>
            </a:extLst>
          </p:cNvPr>
          <p:cNvSpPr txBox="1"/>
          <p:nvPr/>
        </p:nvSpPr>
        <p:spPr>
          <a:xfrm>
            <a:off x="3159760" y="387757"/>
            <a:ext cx="214828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WIFI extender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USB Flash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Drives External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Solid State Drives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 Desktop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Business Laptop</a:t>
            </a: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035D4-3F9C-44B6-47F4-F6FA2C323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282" y="387757"/>
            <a:ext cx="5468113" cy="29817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129EC2-D183-8646-4614-2DAC725E34C7}"/>
              </a:ext>
            </a:extLst>
          </p:cNvPr>
          <p:cNvSpPr txBox="1"/>
          <p:nvPr/>
        </p:nvSpPr>
        <p:spPr>
          <a:xfrm>
            <a:off x="5629282" y="3301778"/>
            <a:ext cx="42984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AVG MC: Average Manufacturing Cost 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AVG GS: Average Gross Sales</a:t>
            </a:r>
            <a:endParaRPr lang="en-AE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526D43-20C6-3542-79A8-EBBA5F976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33" y="2326754"/>
            <a:ext cx="4848902" cy="375337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0DB0EB-2700-B7E7-8CA2-812E20ADE348}"/>
              </a:ext>
            </a:extLst>
          </p:cNvPr>
          <p:cNvCxnSpPr>
            <a:cxnSpLocks/>
          </p:cNvCxnSpPr>
          <p:nvPr/>
        </p:nvCxnSpPr>
        <p:spPr>
          <a:xfrm>
            <a:off x="2939144" y="2528596"/>
            <a:ext cx="0" cy="326571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766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5CAB4B-139B-671C-F08D-8D306BCDE1F5}"/>
              </a:ext>
            </a:extLst>
          </p:cNvPr>
          <p:cNvSpPr txBox="1"/>
          <p:nvPr/>
        </p:nvSpPr>
        <p:spPr>
          <a:xfrm>
            <a:off x="3582956" y="1502229"/>
            <a:ext cx="93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32F1A-DA44-8A4D-8F7C-245E41F55F86}"/>
              </a:ext>
            </a:extLst>
          </p:cNvPr>
          <p:cNvSpPr txBox="1"/>
          <p:nvPr/>
        </p:nvSpPr>
        <p:spPr>
          <a:xfrm>
            <a:off x="457202" y="465330"/>
            <a:ext cx="104129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Suggestions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Increase price where the market can bear it :</a:t>
            </a:r>
            <a:r>
              <a:rPr lang="en-US" dirty="0"/>
              <a:t> Even a small increase can flip negative margins to positive.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Bundle products: </a:t>
            </a:r>
            <a:r>
              <a:rPr lang="en-US" dirty="0"/>
              <a:t>Pair high-cost items with high-margin items to improve overall profitability.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Promotions carefully: </a:t>
            </a:r>
            <a:r>
              <a:rPr lang="en-US" dirty="0"/>
              <a:t>Avoid discounting products that already have very thin or negative margins.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Negotiate supplier costs or find cheaper manufacturing alternatives.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Optimize product design to reduce manufacturing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Reduce waste in production.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Shift marketing efforts toward products or segments where Gross margin %  is healthy.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Consider discontinuing low-margin products if they don’t drive strategic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Cross-selling and upselling: </a:t>
            </a:r>
            <a:r>
              <a:rPr lang="en-US" dirty="0"/>
              <a:t>Sell complementary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Promotions on high-margin items:</a:t>
            </a:r>
            <a:r>
              <a:rPr lang="en-US" dirty="0"/>
              <a:t> Encourage buying profitable items.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Targeted marketing: </a:t>
            </a:r>
            <a:r>
              <a:rPr lang="en-US" dirty="0"/>
              <a:t>Focus on customer segments more likely to buy higher-margin products.</a:t>
            </a:r>
          </a:p>
        </p:txBody>
      </p:sp>
    </p:spTree>
    <p:extLst>
      <p:ext uri="{BB962C8B-B14F-4D97-AF65-F5344CB8AC3E}">
        <p14:creationId xmlns:p14="http://schemas.microsoft.com/office/powerpoint/2010/main" val="379516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8D77D-777A-B461-4D99-2E512B07B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DB0E5821-845D-4C73-67ED-28A9C31B329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4192B-B7E7-1B4D-71DD-B8DF653A6F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44" y="2223068"/>
            <a:ext cx="4414260" cy="14849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4AC7F9-66B0-8FEF-09C3-44D405AC441C}"/>
              </a:ext>
            </a:extLst>
          </p:cNvPr>
          <p:cNvSpPr txBox="1"/>
          <p:nvPr/>
        </p:nvSpPr>
        <p:spPr>
          <a:xfrm>
            <a:off x="330044" y="526941"/>
            <a:ext cx="113742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Fellow-up: Which segment had the most increase in unique products in 2021 vs 2020? The final output contains these fields, 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segment product_count_2020 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product_count_2021 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difference</a:t>
            </a:r>
            <a:endParaRPr lang="en-AE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408618D-7CC4-DF2D-2718-6819106A8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158" y="2396714"/>
            <a:ext cx="6077798" cy="2934109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BAB79C60-2D3B-1488-4C25-B86863ADE8C4}"/>
              </a:ext>
            </a:extLst>
          </p:cNvPr>
          <p:cNvSpPr/>
          <p:nvPr/>
        </p:nvSpPr>
        <p:spPr>
          <a:xfrm>
            <a:off x="4116047" y="3504670"/>
            <a:ext cx="1471953" cy="646331"/>
          </a:xfrm>
          <a:prstGeom prst="right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7525DD-977F-9B0F-B763-545F2ECDAF50}"/>
              </a:ext>
            </a:extLst>
          </p:cNvPr>
          <p:cNvSpPr txBox="1"/>
          <p:nvPr/>
        </p:nvSpPr>
        <p:spPr>
          <a:xfrm>
            <a:off x="401216" y="5411755"/>
            <a:ext cx="1130310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Insights:</a:t>
            </a:r>
          </a:p>
          <a:p>
            <a:r>
              <a:rPr lang="en-US" sz="1600" dirty="0"/>
              <a:t> Accessories had the largest increase in production. Storage and networking are experiencing slower production growth than other segments.</a:t>
            </a:r>
            <a:endParaRPr lang="en-AE" sz="1600" dirty="0"/>
          </a:p>
        </p:txBody>
      </p:sp>
    </p:spTree>
    <p:extLst>
      <p:ext uri="{BB962C8B-B14F-4D97-AF65-F5344CB8AC3E}">
        <p14:creationId xmlns:p14="http://schemas.microsoft.com/office/powerpoint/2010/main" val="3228962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298FD-1FD5-8E73-29B8-A0B590B1D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3E513DB9-16DC-BF77-EF47-4C0B69EE337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048CC7-9702-2EBF-7B58-3282BA904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10" y="1840226"/>
            <a:ext cx="4496427" cy="8383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A4C4FE-F1F2-74C9-CF5D-D8ADD11322E0}"/>
              </a:ext>
            </a:extLst>
          </p:cNvPr>
          <p:cNvSpPr txBox="1"/>
          <p:nvPr/>
        </p:nvSpPr>
        <p:spPr>
          <a:xfrm>
            <a:off x="453210" y="443794"/>
            <a:ext cx="112917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5. Get the products that have the highest and lowest manufacturing costs. The final output should contain these fields,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product code 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product 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manufacturing cost </a:t>
            </a:r>
            <a:endParaRPr lang="en-AE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446413-64C0-16D5-CF35-A23145FDF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65" y="2110689"/>
            <a:ext cx="2644775" cy="17302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52A7B51-0452-1C5A-568B-27713D05D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640" y="2168023"/>
            <a:ext cx="2644775" cy="16155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E07B7A-CBFB-F52B-6B50-26351522AE2F}"/>
              </a:ext>
            </a:extLst>
          </p:cNvPr>
          <p:cNvSpPr txBox="1"/>
          <p:nvPr/>
        </p:nvSpPr>
        <p:spPr>
          <a:xfrm>
            <a:off x="313250" y="5142828"/>
            <a:ext cx="1128557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Insights:</a:t>
            </a:r>
          </a:p>
          <a:p>
            <a:r>
              <a:rPr lang="en-US" sz="1600" dirty="0"/>
              <a:t>Mouse: AQ Master wired x1 </a:t>
            </a:r>
            <a:r>
              <a:rPr lang="en-US" sz="1600" dirty="0" err="1"/>
              <a:t>Ms</a:t>
            </a:r>
            <a:r>
              <a:rPr lang="en-US" sz="1600" dirty="0"/>
              <a:t> (Variant:Standard1) has the lowest manufacturing cost. </a:t>
            </a:r>
          </a:p>
          <a:p>
            <a:r>
              <a:rPr lang="en-US" sz="1600" dirty="0"/>
              <a:t>Personal Desktop: AQ Home Allin1 Gen2 (Variant:Plus3) has the highest manufacturing cost</a:t>
            </a:r>
            <a:endParaRPr lang="en-AE" sz="1600" dirty="0"/>
          </a:p>
        </p:txBody>
      </p:sp>
      <p:sp>
        <p:nvSpPr>
          <p:cNvPr id="5" name="Arrow: Curved Up 4">
            <a:extLst>
              <a:ext uri="{FF2B5EF4-FFF2-40B4-BE49-F238E27FC236}">
                <a16:creationId xmlns:a16="http://schemas.microsoft.com/office/drawing/2014/main" id="{E6779542-B5EA-BB56-6D48-AC8741CE6C32}"/>
              </a:ext>
            </a:extLst>
          </p:cNvPr>
          <p:cNvSpPr/>
          <p:nvPr/>
        </p:nvSpPr>
        <p:spPr>
          <a:xfrm rot="20410241">
            <a:off x="4441730" y="3977802"/>
            <a:ext cx="1953859" cy="838317"/>
          </a:xfrm>
          <a:prstGeom prst="curvedUp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6220F-858E-3D12-E52C-5ABEC4D06E96}"/>
              </a:ext>
            </a:extLst>
          </p:cNvPr>
          <p:cNvSpPr txBox="1"/>
          <p:nvPr/>
        </p:nvSpPr>
        <p:spPr>
          <a:xfrm>
            <a:off x="3125658" y="3649378"/>
            <a:ext cx="20445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Product that having a  Highest manufacturing cost</a:t>
            </a:r>
            <a:endParaRPr lang="en-AE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606BA7-F2F6-7004-8A64-4478D1BB0987}"/>
              </a:ext>
            </a:extLst>
          </p:cNvPr>
          <p:cNvSpPr txBox="1"/>
          <p:nvPr/>
        </p:nvSpPr>
        <p:spPr>
          <a:xfrm>
            <a:off x="10047420" y="3848119"/>
            <a:ext cx="20445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Product that having a  Highest manufacturing cost</a:t>
            </a:r>
            <a:endParaRPr lang="en-AE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0B62D19E-768B-8DC4-8828-6AED747D7B52}"/>
              </a:ext>
            </a:extLst>
          </p:cNvPr>
          <p:cNvSpPr/>
          <p:nvPr/>
        </p:nvSpPr>
        <p:spPr>
          <a:xfrm rot="1189759" flipH="1">
            <a:off x="8009299" y="4053586"/>
            <a:ext cx="1953859" cy="838317"/>
          </a:xfrm>
          <a:prstGeom prst="curvedUp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615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563A-2C90-1FBF-CADA-05D7F61E9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E77577DB-F2AF-61A5-65BF-81186C413D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FFDE4E-F6C3-4592-9A00-0F41219D4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04" y="2063424"/>
            <a:ext cx="5068284" cy="18510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F62DB37-8AB8-0474-9D4C-D3932FF3CC32}"/>
              </a:ext>
            </a:extLst>
          </p:cNvPr>
          <p:cNvSpPr txBox="1"/>
          <p:nvPr/>
        </p:nvSpPr>
        <p:spPr>
          <a:xfrm>
            <a:off x="224504" y="351249"/>
            <a:ext cx="112545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6. Generate a report which contains the top 5 customers who received an average high </a:t>
            </a:r>
            <a:r>
              <a:rPr lang="en-US" dirty="0" err="1"/>
              <a:t>pre_invoice_discount_pct</a:t>
            </a:r>
            <a:r>
              <a:rPr lang="en-US" dirty="0"/>
              <a:t> for the fiscal year 2021 and in the Indian market. The final output contains these fields, </a:t>
            </a:r>
          </a:p>
          <a:p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customer_code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customer </a:t>
            </a:r>
          </a:p>
          <a:p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average_discount_percentage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endParaRPr lang="en-AE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47D5A61-2CD9-F209-2B48-A4C830DA1CB3}"/>
              </a:ext>
            </a:extLst>
          </p:cNvPr>
          <p:cNvSpPr/>
          <p:nvPr/>
        </p:nvSpPr>
        <p:spPr>
          <a:xfrm>
            <a:off x="4207487" y="3914449"/>
            <a:ext cx="1471953" cy="646331"/>
          </a:xfrm>
          <a:prstGeom prst="right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9FF0E1-A81B-8131-5F5D-608D77BE2AB9}"/>
              </a:ext>
            </a:extLst>
          </p:cNvPr>
          <p:cNvSpPr txBox="1"/>
          <p:nvPr/>
        </p:nvSpPr>
        <p:spPr>
          <a:xfrm>
            <a:off x="191923" y="5213718"/>
            <a:ext cx="1147219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Insights</a:t>
            </a:r>
          </a:p>
          <a:p>
            <a:r>
              <a:rPr lang="en-US" sz="1600" dirty="0"/>
              <a:t>The largest average pre-invoice discount was given to Flipkart. </a:t>
            </a:r>
          </a:p>
          <a:p>
            <a:r>
              <a:rPr lang="en-US" sz="1600" dirty="0"/>
              <a:t>The least average pre-invoice discount was given to Amazon. </a:t>
            </a:r>
            <a:endParaRPr lang="en-AE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176550-23FB-9442-CF0E-99D9FD91A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400" y="2950993"/>
            <a:ext cx="5973009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8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E02DA-BF80-3DD8-C050-AF0D48AC1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F90987C5-512A-22A4-293A-20524806A9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E3ED02-F156-DB2C-AD7C-652531093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568" y="1116521"/>
            <a:ext cx="4128544" cy="52004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B2F50F-877C-851F-79CA-1CD368ED50F8}"/>
              </a:ext>
            </a:extLst>
          </p:cNvPr>
          <p:cNvSpPr txBox="1"/>
          <p:nvPr/>
        </p:nvSpPr>
        <p:spPr>
          <a:xfrm>
            <a:off x="318434" y="397701"/>
            <a:ext cx="114265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7. Get the complete report of the Gross sales amount for the customer “Atliq Exclusive” for each month. This analysis helps to get an idea of low and high-performing months and take strategic decisions. The final report contains these columns: 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Month 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Year 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Gross sales Amount</a:t>
            </a:r>
            <a:endParaRPr lang="en-AE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013B1-B23A-5085-339C-553E8D0DBD7B}"/>
              </a:ext>
            </a:extLst>
          </p:cNvPr>
          <p:cNvSpPr txBox="1"/>
          <p:nvPr/>
        </p:nvSpPr>
        <p:spPr>
          <a:xfrm>
            <a:off x="534629" y="2980291"/>
            <a:ext cx="5637571" cy="2372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lowest Gross sales total for both fiscal years is in March(2020).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highest Gross sales total for both fiscal years is in November (2020)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73.8%ofthe total Gross sales figure is in FY2021.</a:t>
            </a:r>
            <a:endParaRPr lang="en-AE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021A9C-01DE-B87E-FAE7-0A4FAB32A0BC}"/>
              </a:ext>
            </a:extLst>
          </p:cNvPr>
          <p:cNvCxnSpPr>
            <a:cxnSpLocks/>
          </p:cNvCxnSpPr>
          <p:nvPr/>
        </p:nvCxnSpPr>
        <p:spPr>
          <a:xfrm>
            <a:off x="6477000" y="4629150"/>
            <a:ext cx="492506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C4F4B4B-BF9C-F016-72CB-17C9BA9E89B2}"/>
              </a:ext>
            </a:extLst>
          </p:cNvPr>
          <p:cNvSpPr txBox="1"/>
          <p:nvPr/>
        </p:nvSpPr>
        <p:spPr>
          <a:xfrm>
            <a:off x="10733720" y="2547681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FY 2020</a:t>
            </a:r>
          </a:p>
          <a:p>
            <a:pPr algn="ctr"/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79.5M</a:t>
            </a:r>
            <a:endParaRPr lang="en-AE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46CDE3-7B94-DD85-D94B-9B068AFD9597}"/>
              </a:ext>
            </a:extLst>
          </p:cNvPr>
          <p:cNvSpPr txBox="1"/>
          <p:nvPr/>
        </p:nvSpPr>
        <p:spPr>
          <a:xfrm>
            <a:off x="10733720" y="5024804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FY 2021</a:t>
            </a:r>
          </a:p>
          <a:p>
            <a:pPr algn="ctr"/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224.4M</a:t>
            </a:r>
            <a:endParaRPr lang="en-AE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72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32A62-67A8-84C4-F822-5CE1C8B6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EAECCC-64DE-E355-CA17-18BB2E1D1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38" y="1619249"/>
            <a:ext cx="9935321" cy="4516055"/>
          </a:xfrm>
          <a:prstGeom prst="rect">
            <a:avLst/>
          </a:prstGeom>
        </p:spPr>
      </p:pic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F2BA7331-9179-70A5-001C-6DA5CCC5032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F4837E5C-D1F5-4D77-6B2E-AFB29CA0FEF7}"/>
              </a:ext>
            </a:extLst>
          </p:cNvPr>
          <p:cNvSpPr/>
          <p:nvPr/>
        </p:nvSpPr>
        <p:spPr>
          <a:xfrm>
            <a:off x="7610475" y="1222262"/>
            <a:ext cx="152400" cy="603474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B980E833-BB58-42D4-5537-69AABCFD269B}"/>
              </a:ext>
            </a:extLst>
          </p:cNvPr>
          <p:cNvSpPr/>
          <p:nvPr/>
        </p:nvSpPr>
        <p:spPr>
          <a:xfrm>
            <a:off x="4229100" y="2724150"/>
            <a:ext cx="161925" cy="2187687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8D5F4F-DAB7-9268-CCA1-A12FE442302C}"/>
              </a:ext>
            </a:extLst>
          </p:cNvPr>
          <p:cNvSpPr txBox="1"/>
          <p:nvPr/>
        </p:nvSpPr>
        <p:spPr>
          <a:xfrm>
            <a:off x="6562072" y="635926"/>
            <a:ext cx="2249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FY 2020 – December</a:t>
            </a:r>
          </a:p>
          <a:p>
            <a:pPr algn="ctr"/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Highest Gross Sales amount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C66C69-A20A-14FC-29B9-8D73BFB82840}"/>
              </a:ext>
            </a:extLst>
          </p:cNvPr>
          <p:cNvSpPr txBox="1"/>
          <p:nvPr/>
        </p:nvSpPr>
        <p:spPr>
          <a:xfrm>
            <a:off x="3180199" y="2002437"/>
            <a:ext cx="22597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FY 2020 - March</a:t>
            </a:r>
          </a:p>
          <a:p>
            <a:pPr algn="ctr"/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Lowest Gross Sales amount </a:t>
            </a:r>
          </a:p>
        </p:txBody>
      </p:sp>
      <p:sp>
        <p:nvSpPr>
          <p:cNvPr id="16" name="Arrow: Curved Left 15">
            <a:extLst>
              <a:ext uri="{FF2B5EF4-FFF2-40B4-BE49-F238E27FC236}">
                <a16:creationId xmlns:a16="http://schemas.microsoft.com/office/drawing/2014/main" id="{A4CEE5CD-9516-A02E-7A26-99218E52B3FB}"/>
              </a:ext>
            </a:extLst>
          </p:cNvPr>
          <p:cNvSpPr/>
          <p:nvPr/>
        </p:nvSpPr>
        <p:spPr>
          <a:xfrm rot="2854937">
            <a:off x="10418678" y="238127"/>
            <a:ext cx="1066800" cy="1504950"/>
          </a:xfrm>
          <a:prstGeom prst="curvedLef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872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2A661-4899-928E-121F-BA3CD7966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C832C357-816A-9C42-7C1A-7B699B7E329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7DFFE5-5D8F-7623-92BF-119071514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24" y="2274093"/>
            <a:ext cx="4347513" cy="22217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132D6A-435F-919E-270C-555226FD6A04}"/>
              </a:ext>
            </a:extLst>
          </p:cNvPr>
          <p:cNvSpPr txBox="1"/>
          <p:nvPr/>
        </p:nvSpPr>
        <p:spPr>
          <a:xfrm>
            <a:off x="348914" y="406676"/>
            <a:ext cx="113858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 startAt="8"/>
            </a:pPr>
            <a:r>
              <a:rPr lang="en-US" dirty="0"/>
              <a:t>In which quarter of 2020, got the maximum </a:t>
            </a:r>
            <a:r>
              <a:rPr lang="en-US" dirty="0" err="1"/>
              <a:t>total_sold_quantity</a:t>
            </a:r>
            <a:r>
              <a:rPr lang="en-US" dirty="0"/>
              <a:t> ? </a:t>
            </a:r>
          </a:p>
          <a:p>
            <a:r>
              <a:rPr lang="en-US" dirty="0"/>
              <a:t>The final output contains these fields sorted by the </a:t>
            </a:r>
          </a:p>
          <a:p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total_sold_quantity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Quarter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total_sold_quantity</a:t>
            </a:r>
            <a:endParaRPr lang="en-AE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22284-724E-F50C-7C69-5645907A0808}"/>
              </a:ext>
            </a:extLst>
          </p:cNvPr>
          <p:cNvSpPr txBox="1"/>
          <p:nvPr/>
        </p:nvSpPr>
        <p:spPr>
          <a:xfrm>
            <a:off x="348915" y="1971673"/>
            <a:ext cx="42040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Insights:</a:t>
            </a:r>
          </a:p>
          <a:p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Quarter 1 of FY2020 saw the most units sold overall, while Quarter3 had the fewest.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highest and lowest overall sold quantity is in December and March.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Quarter1 accounts for approximately 34% of the total sold quantity for FY2020.</a:t>
            </a:r>
            <a:endParaRPr lang="en-A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F5C4A-725F-14F8-F482-2981298B56C8}"/>
              </a:ext>
            </a:extLst>
          </p:cNvPr>
          <p:cNvSpPr txBox="1"/>
          <p:nvPr/>
        </p:nvSpPr>
        <p:spPr>
          <a:xfrm>
            <a:off x="9231210" y="2274093"/>
            <a:ext cx="15944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Q1  - Quarter 1</a:t>
            </a:r>
          </a:p>
          <a:p>
            <a:r>
              <a:rPr lang="en-US" dirty="0"/>
              <a:t>Q2 – Quarter 2</a:t>
            </a:r>
          </a:p>
          <a:p>
            <a:r>
              <a:rPr lang="en-US" dirty="0"/>
              <a:t>Q3 – Quarter 3</a:t>
            </a:r>
          </a:p>
          <a:p>
            <a:r>
              <a:rPr lang="en-US" dirty="0"/>
              <a:t>Q4 – Quarter 4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445384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D391DC-3ACF-4155-8686-EF5BD9F12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39" y="1028258"/>
            <a:ext cx="4660920" cy="51815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38F1FE-A078-68F6-AC53-46322DABB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161" y="1013749"/>
            <a:ext cx="4724400" cy="52106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12D105-D2D2-177E-28B5-83E5484B734B}"/>
              </a:ext>
            </a:extLst>
          </p:cNvPr>
          <p:cNvSpPr txBox="1"/>
          <p:nvPr/>
        </p:nvSpPr>
        <p:spPr>
          <a:xfrm>
            <a:off x="784214" y="234434"/>
            <a:ext cx="101885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Total sold quantity in FY 2020 by Quarter</a:t>
            </a:r>
          </a:p>
        </p:txBody>
      </p:sp>
    </p:spTree>
    <p:extLst>
      <p:ext uri="{BB962C8B-B14F-4D97-AF65-F5344CB8AC3E}">
        <p14:creationId xmlns:p14="http://schemas.microsoft.com/office/powerpoint/2010/main" val="3506939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86FB4-53AE-3DCA-ADF9-09C5EEDC4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7EAA9DD9-89E6-EE79-9E8F-ABA893A4A8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978D83-85FA-9BAC-4F50-1BE060327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16" y="2093017"/>
            <a:ext cx="5096271" cy="17388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40910A-91BB-5C77-F00D-1398409C9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338" y="2093017"/>
            <a:ext cx="5232852" cy="2757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0F540D-584E-C411-CF5C-C4A294B1B239}"/>
              </a:ext>
            </a:extLst>
          </p:cNvPr>
          <p:cNvSpPr txBox="1"/>
          <p:nvPr/>
        </p:nvSpPr>
        <p:spPr>
          <a:xfrm>
            <a:off x="379394" y="489786"/>
            <a:ext cx="113960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9. Which channel helped to bring more gross sales in the fiscal year 2021 and the percentage of contribution? The final output contains these fields, 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channel </a:t>
            </a:r>
          </a:p>
          <a:p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gross_sales_mln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percentage</a:t>
            </a:r>
            <a:endParaRPr lang="en-AE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37AF646-C88B-CB47-6ABB-552255849B1E}"/>
              </a:ext>
            </a:extLst>
          </p:cNvPr>
          <p:cNvSpPr/>
          <p:nvPr/>
        </p:nvSpPr>
        <p:spPr>
          <a:xfrm>
            <a:off x="4542711" y="3831902"/>
            <a:ext cx="1471953" cy="646331"/>
          </a:xfrm>
          <a:prstGeom prst="right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5D4658-FDA0-3EF1-A326-336EE85B2FB0}"/>
              </a:ext>
            </a:extLst>
          </p:cNvPr>
          <p:cNvSpPr txBox="1"/>
          <p:nvPr/>
        </p:nvSpPr>
        <p:spPr>
          <a:xfrm>
            <a:off x="473181" y="3957805"/>
            <a:ext cx="390685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Insights : 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Channel: "Retailer " helped bring maximum sales to the company with 73.22% as the contribution percentage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Channel: "Distributor " makes the least contribution at a percentage of11.31%</a:t>
            </a:r>
            <a:endParaRPr lang="en-AE" sz="1600" dirty="0"/>
          </a:p>
        </p:txBody>
      </p:sp>
    </p:spTree>
    <p:extLst>
      <p:ext uri="{BB962C8B-B14F-4D97-AF65-F5344CB8AC3E}">
        <p14:creationId xmlns:p14="http://schemas.microsoft.com/office/powerpoint/2010/main" val="24374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D2E38-1ACF-5CCE-22CB-81FAF1F76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7993FD77-5657-E8B0-DB22-4EC4668869F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21CD1E-7B21-A0F5-82A7-834EF3A02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902" y="2493350"/>
            <a:ext cx="6506483" cy="2486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679E2D-09B7-D5AC-94AB-124B8ECF5AFB}"/>
              </a:ext>
            </a:extLst>
          </p:cNvPr>
          <p:cNvSpPr txBox="1"/>
          <p:nvPr/>
        </p:nvSpPr>
        <p:spPr>
          <a:xfrm>
            <a:off x="419410" y="462025"/>
            <a:ext cx="114474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10. Get the Top 3 products in each division that have a high </a:t>
            </a:r>
            <a:r>
              <a:rPr lang="en-US" dirty="0" err="1"/>
              <a:t>total_sold_quantity</a:t>
            </a:r>
            <a:r>
              <a:rPr lang="en-US" dirty="0"/>
              <a:t> in the </a:t>
            </a:r>
            <a:r>
              <a:rPr lang="en-US" dirty="0" err="1"/>
              <a:t>fiscal_year</a:t>
            </a:r>
            <a:r>
              <a:rPr lang="en-US" dirty="0"/>
              <a:t> 2021? The final output contains these fields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division product_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product </a:t>
            </a:r>
          </a:p>
          <a:p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total_sold_quantity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rank_order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AE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FBE35-750F-44A3-9809-54635EDA5EA8}"/>
              </a:ext>
            </a:extLst>
          </p:cNvPr>
          <p:cNvSpPr txBox="1"/>
          <p:nvPr/>
        </p:nvSpPr>
        <p:spPr>
          <a:xfrm>
            <a:off x="419410" y="5248275"/>
            <a:ext cx="1144746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Insights : </a:t>
            </a:r>
          </a:p>
          <a:p>
            <a:r>
              <a:rPr lang="en-US" sz="1600" dirty="0"/>
              <a:t>Every division has a product with different variants that appears twice in the top three products by division list</a:t>
            </a:r>
            <a:endParaRPr lang="en-AE" sz="1600" dirty="0"/>
          </a:p>
        </p:txBody>
      </p:sp>
    </p:spTree>
    <p:extLst>
      <p:ext uri="{BB962C8B-B14F-4D97-AF65-F5344CB8AC3E}">
        <p14:creationId xmlns:p14="http://schemas.microsoft.com/office/powerpoint/2010/main" val="3885819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62918B7-4DE6-2C74-313F-F8B9C2538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558" y="661733"/>
            <a:ext cx="3762900" cy="34961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5AD44E-3188-95CE-5218-F8C3B4EF1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342" y="2486025"/>
            <a:ext cx="3877216" cy="36676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1A2216-1F29-77B4-C94C-D1FB2C72F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00" y="661733"/>
            <a:ext cx="3886742" cy="36485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AD5653-E323-72F2-F59A-6C43EAE05E75}"/>
              </a:ext>
            </a:extLst>
          </p:cNvPr>
          <p:cNvSpPr txBox="1"/>
          <p:nvPr/>
        </p:nvSpPr>
        <p:spPr>
          <a:xfrm>
            <a:off x="1867476" y="4319843"/>
            <a:ext cx="998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Division </a:t>
            </a:r>
          </a:p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N&amp;S</a:t>
            </a:r>
            <a:endParaRPr lang="en-AE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855162-A7A7-1780-95CA-FD182C194F61}"/>
              </a:ext>
            </a:extLst>
          </p:cNvPr>
          <p:cNvSpPr txBox="1"/>
          <p:nvPr/>
        </p:nvSpPr>
        <p:spPr>
          <a:xfrm>
            <a:off x="5749454" y="1671893"/>
            <a:ext cx="998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Division </a:t>
            </a:r>
          </a:p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PC</a:t>
            </a:r>
            <a:endParaRPr lang="en-AE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B19AC7-A6E9-F5E1-807E-1E0F813D9CC9}"/>
              </a:ext>
            </a:extLst>
          </p:cNvPr>
          <p:cNvSpPr txBox="1"/>
          <p:nvPr/>
        </p:nvSpPr>
        <p:spPr>
          <a:xfrm>
            <a:off x="9631433" y="4319843"/>
            <a:ext cx="998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Division </a:t>
            </a:r>
          </a:p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P&amp;A</a:t>
            </a:r>
            <a:endParaRPr lang="en-AE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262069F-20E1-5F37-792C-0CEF5F3F1D08}"/>
              </a:ext>
            </a:extLst>
          </p:cNvPr>
          <p:cNvCxnSpPr/>
          <p:nvPr/>
        </p:nvCxnSpPr>
        <p:spPr>
          <a:xfrm>
            <a:off x="4238625" y="85725"/>
            <a:ext cx="0" cy="6067937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F6BE3E-67B9-E31C-4A6F-06B4CB5BA7F9}"/>
              </a:ext>
            </a:extLst>
          </p:cNvPr>
          <p:cNvCxnSpPr/>
          <p:nvPr/>
        </p:nvCxnSpPr>
        <p:spPr>
          <a:xfrm>
            <a:off x="8086725" y="85725"/>
            <a:ext cx="0" cy="6067937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316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953966"/>
            <a:ext cx="9144000" cy="950068"/>
          </a:xfrm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DC08E1-B4E8-BFCB-AC80-162DAC3E8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052" y="598289"/>
            <a:ext cx="955896" cy="93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22119</TotalTime>
  <Words>1133</Words>
  <Application>Microsoft Office PowerPoint</Application>
  <PresentationFormat>Widescreen</PresentationFormat>
  <Paragraphs>196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Retrospect</vt:lpstr>
      <vt:lpstr>AD_HOC INSIGHTS Consumer Goods</vt:lpstr>
      <vt:lpstr>Project analysis slide 2</vt:lpstr>
      <vt:lpstr>Project analysis slide 2</vt:lpstr>
      <vt:lpstr>PowerPoint Presentation</vt:lpstr>
      <vt:lpstr>PowerPoint Presentation</vt:lpstr>
      <vt:lpstr>PowerPoint Presentation</vt:lpstr>
      <vt:lpstr>Project analysis slide 2</vt:lpstr>
      <vt:lpstr>Project analysis slide 2</vt:lpstr>
      <vt:lpstr>Project analysis slide 2</vt:lpstr>
      <vt:lpstr>PowerPoint Presentation</vt:lpstr>
      <vt:lpstr>PowerPoint Presentation</vt:lpstr>
      <vt:lpstr>Project analysis slide 2</vt:lpstr>
      <vt:lpstr>Project analysis slide 2</vt:lpstr>
      <vt:lpstr>Project analysis slide 2</vt:lpstr>
      <vt:lpstr>Project analysis slide 2</vt:lpstr>
      <vt:lpstr>Project analysis slide 2</vt:lpstr>
      <vt:lpstr>Project analysis slide 2</vt:lpstr>
      <vt:lpstr>PowerPoint Presentation</vt:lpstr>
      <vt:lpstr>Project analysis slide 2</vt:lpstr>
      <vt:lpstr>Project analysis slide 2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Dasuni Thamalika</dc:creator>
  <cp:lastModifiedBy>Dasuni Thamalika</cp:lastModifiedBy>
  <cp:revision>2</cp:revision>
  <dcterms:created xsi:type="dcterms:W3CDTF">2025-12-24T08:17:07Z</dcterms:created>
  <dcterms:modified xsi:type="dcterms:W3CDTF">2026-01-12T08:29:48Z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